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7315200" cy="96012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4" roundtripDataSignature="AMtx7mgQWqpB/2UzafiTlDPS9udVmgZ7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9920" cy="480060"/>
          </a:xfrm>
          <a:prstGeom prst="rect">
            <a:avLst/>
          </a:prstGeom>
          <a:noFill/>
          <a:ln>
            <a:noFill/>
          </a:ln>
        </p:spPr>
        <p:txBody>
          <a:bodyPr anchorCtr="0" anchor="t" bIns="48300" lIns="96625" spcFirstLastPara="1" rIns="96625" wrap="square" tIns="48300">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143587" y="0"/>
            <a:ext cx="3169920" cy="480060"/>
          </a:xfrm>
          <a:prstGeom prst="rect">
            <a:avLst/>
          </a:prstGeom>
          <a:noFill/>
          <a:ln>
            <a:noFill/>
          </a:ln>
        </p:spPr>
        <p:txBody>
          <a:bodyPr anchorCtr="0" anchor="t" bIns="48300" lIns="96625" spcFirstLastPara="1" rIns="96625" wrap="square" tIns="48300">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31520" y="4560570"/>
            <a:ext cx="5852160" cy="4320540"/>
          </a:xfrm>
          <a:prstGeom prst="rect">
            <a:avLst/>
          </a:prstGeom>
          <a:noFill/>
          <a:ln>
            <a:noFill/>
          </a:ln>
        </p:spPr>
        <p:txBody>
          <a:bodyPr anchorCtr="0" anchor="t" bIns="48300" lIns="96625" spcFirstLastPara="1" rIns="96625" wrap="square" tIns="48300">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9474"/>
            <a:ext cx="3169920" cy="480060"/>
          </a:xfrm>
          <a:prstGeom prst="rect">
            <a:avLst/>
          </a:prstGeom>
          <a:noFill/>
          <a:ln>
            <a:noFill/>
          </a:ln>
        </p:spPr>
        <p:txBody>
          <a:bodyPr anchorCtr="0" anchor="b" bIns="48300" lIns="96625" spcFirstLastPara="1" rIns="96625" wrap="square" tIns="48300">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143587" y="9119474"/>
            <a:ext cx="3169920" cy="480060"/>
          </a:xfrm>
          <a:prstGeom prst="rect">
            <a:avLst/>
          </a:prstGeom>
          <a:noFill/>
          <a:ln>
            <a:noFill/>
          </a:ln>
        </p:spPr>
        <p:txBody>
          <a:bodyPr anchorCtr="0" anchor="b" bIns="48300" lIns="96625" spcFirstLastPara="1" rIns="96625" wrap="square" tIns="483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58601d51402da372_0_5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h58601d51402da372_0_52:notes"/>
          <p:cNvSpPr txBox="1"/>
          <p:nvPr>
            <p:ph idx="1" type="body"/>
          </p:nvPr>
        </p:nvSpPr>
        <p:spPr>
          <a:xfrm>
            <a:off x="731520" y="4560570"/>
            <a:ext cx="5852100" cy="4320600"/>
          </a:xfrm>
          <a:prstGeom prst="rect">
            <a:avLst/>
          </a:prstGeom>
          <a:noFill/>
          <a:ln>
            <a:noFill/>
          </a:ln>
        </p:spPr>
        <p:txBody>
          <a:bodyPr anchorCtr="0" anchor="t" bIns="48300" lIns="96625" spcFirstLastPara="1" rIns="96625" wrap="square" tIns="48300">
            <a:noAutofit/>
          </a:bodyPr>
          <a:lstStyle/>
          <a:p>
            <a:pPr indent="0" lvl="0" marL="0" rtl="0" algn="l">
              <a:lnSpc>
                <a:spcPct val="100000"/>
              </a:lnSpc>
              <a:spcBef>
                <a:spcPts val="0"/>
              </a:spcBef>
              <a:spcAft>
                <a:spcPts val="0"/>
              </a:spcAft>
              <a:buSzPts val="1400"/>
              <a:buNone/>
            </a:pPr>
            <a:r>
              <a:t/>
            </a:r>
            <a:endParaRPr sz="2800"/>
          </a:p>
        </p:txBody>
      </p:sp>
      <p:sp>
        <p:nvSpPr>
          <p:cNvPr id="65" name="Google Shape;65;h58601d51402da372_0_52:notes"/>
          <p:cNvSpPr txBox="1"/>
          <p:nvPr>
            <p:ph idx="12" type="sldNum"/>
          </p:nvPr>
        </p:nvSpPr>
        <p:spPr>
          <a:xfrm>
            <a:off x="4143587" y="9119474"/>
            <a:ext cx="3169800" cy="480000"/>
          </a:xfrm>
          <a:prstGeom prst="rect">
            <a:avLst/>
          </a:prstGeom>
          <a:noFill/>
          <a:ln>
            <a:noFill/>
          </a:ln>
        </p:spPr>
        <p:txBody>
          <a:bodyPr anchorCtr="0" anchor="b" bIns="48300" lIns="96625" spcFirstLastPara="1" rIns="96625" wrap="square" tIns="483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1:notes"/>
          <p:cNvSpPr txBox="1"/>
          <p:nvPr>
            <p:ph idx="1" type="body"/>
          </p:nvPr>
        </p:nvSpPr>
        <p:spPr>
          <a:xfrm>
            <a:off x="731520" y="4560570"/>
            <a:ext cx="5852100" cy="4320600"/>
          </a:xfrm>
          <a:prstGeom prst="rect">
            <a:avLst/>
          </a:prstGeom>
          <a:noFill/>
          <a:ln>
            <a:noFill/>
          </a:ln>
        </p:spPr>
        <p:txBody>
          <a:bodyPr anchorCtr="0" anchor="t" bIns="48300" lIns="96625" spcFirstLastPara="1" rIns="96625" wrap="square" tIns="48300">
            <a:normAutofit/>
          </a:bodyPr>
          <a:lstStyle/>
          <a:p>
            <a:pPr indent="0" lvl="0" marL="0" rtl="0" algn="l">
              <a:lnSpc>
                <a:spcPct val="100000"/>
              </a:lnSpc>
              <a:spcBef>
                <a:spcPts val="0"/>
              </a:spcBef>
              <a:spcAft>
                <a:spcPts val="0"/>
              </a:spcAft>
              <a:buSzPts val="1400"/>
              <a:buNone/>
            </a:pPr>
            <a:r>
              <a:t/>
            </a:r>
            <a:endParaRPr sz="2800"/>
          </a:p>
        </p:txBody>
      </p:sp>
      <p:sp>
        <p:nvSpPr>
          <p:cNvPr id="74" name="Google Shape;74;p1:notes"/>
          <p:cNvSpPr txBox="1"/>
          <p:nvPr>
            <p:ph idx="12" type="sldNum"/>
          </p:nvPr>
        </p:nvSpPr>
        <p:spPr>
          <a:xfrm>
            <a:off x="4143587" y="9119474"/>
            <a:ext cx="3169800" cy="480000"/>
          </a:xfrm>
          <a:prstGeom prst="rect">
            <a:avLst/>
          </a:prstGeom>
          <a:noFill/>
          <a:ln>
            <a:noFill/>
          </a:ln>
        </p:spPr>
        <p:txBody>
          <a:bodyPr anchorCtr="0" anchor="b" bIns="48300" lIns="96625" spcFirstLastPara="1" rIns="96625" wrap="square" tIns="483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fbdb578144_0_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81" name="Google Shape;81;g3fbdb578144_0_0:notes"/>
          <p:cNvSpPr txBox="1"/>
          <p:nvPr>
            <p:ph idx="1" type="body"/>
          </p:nvPr>
        </p:nvSpPr>
        <p:spPr>
          <a:xfrm>
            <a:off x="731520" y="4560570"/>
            <a:ext cx="5852100" cy="43206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82" name="Google Shape;82;g3fbdb578144_0_0:notes"/>
          <p:cNvSpPr txBox="1"/>
          <p:nvPr>
            <p:ph idx="12" type="sldNum"/>
          </p:nvPr>
        </p:nvSpPr>
        <p:spPr>
          <a:xfrm>
            <a:off x="4143587" y="9119474"/>
            <a:ext cx="3169800" cy="480000"/>
          </a:xfrm>
          <a:prstGeom prst="rect">
            <a:avLst/>
          </a:prstGeom>
        </p:spPr>
        <p:txBody>
          <a:bodyPr anchorCtr="0" anchor="b" bIns="48300" lIns="96625" spcFirstLastPara="1" rIns="96625" wrap="square" tIns="483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h2bbe9d0b7c574b56_2_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88" name="Google Shape;88;h2bbe9d0b7c574b56_2_8:notes"/>
          <p:cNvSpPr txBox="1"/>
          <p:nvPr>
            <p:ph idx="1" type="body"/>
          </p:nvPr>
        </p:nvSpPr>
        <p:spPr>
          <a:xfrm>
            <a:off x="731520" y="4560570"/>
            <a:ext cx="5852100" cy="43206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89" name="Google Shape;89;h2bbe9d0b7c574b56_2_8:notes"/>
          <p:cNvSpPr txBox="1"/>
          <p:nvPr>
            <p:ph idx="12" type="sldNum"/>
          </p:nvPr>
        </p:nvSpPr>
        <p:spPr>
          <a:xfrm>
            <a:off x="4143587" y="9119474"/>
            <a:ext cx="3169800" cy="480000"/>
          </a:xfrm>
          <a:prstGeom prst="rect">
            <a:avLst/>
          </a:prstGeom>
        </p:spPr>
        <p:txBody>
          <a:bodyPr anchorCtr="0" anchor="b" bIns="48300" lIns="96625" spcFirstLastPara="1" rIns="96625" wrap="square" tIns="483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2bbe9d0b7c574b56_2_1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99" name="Google Shape;99;h2bbe9d0b7c574b56_2_18:notes"/>
          <p:cNvSpPr txBox="1"/>
          <p:nvPr>
            <p:ph idx="1" type="body"/>
          </p:nvPr>
        </p:nvSpPr>
        <p:spPr>
          <a:xfrm>
            <a:off x="731520" y="4560570"/>
            <a:ext cx="5852100" cy="43206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00" name="Google Shape;100;h2bbe9d0b7c574b56_2_18:notes"/>
          <p:cNvSpPr txBox="1"/>
          <p:nvPr>
            <p:ph idx="12" type="sldNum"/>
          </p:nvPr>
        </p:nvSpPr>
        <p:spPr>
          <a:xfrm>
            <a:off x="4143587" y="9119474"/>
            <a:ext cx="3169800" cy="480000"/>
          </a:xfrm>
          <a:prstGeom prst="rect">
            <a:avLst/>
          </a:prstGeom>
        </p:spPr>
        <p:txBody>
          <a:bodyPr anchorCtr="0" anchor="b" bIns="48300" lIns="96625" spcFirstLastPara="1" rIns="96625" wrap="square" tIns="483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h2bbe9d0b7c574b56_2_2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07" name="Google Shape;107;h2bbe9d0b7c574b56_2_25:notes"/>
          <p:cNvSpPr txBox="1"/>
          <p:nvPr>
            <p:ph idx="1" type="body"/>
          </p:nvPr>
        </p:nvSpPr>
        <p:spPr>
          <a:xfrm>
            <a:off x="731520" y="4560570"/>
            <a:ext cx="5852100" cy="43206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08" name="Google Shape;108;h2bbe9d0b7c574b56_2_25:notes"/>
          <p:cNvSpPr txBox="1"/>
          <p:nvPr>
            <p:ph idx="12" type="sldNum"/>
          </p:nvPr>
        </p:nvSpPr>
        <p:spPr>
          <a:xfrm>
            <a:off x="4143587" y="9119474"/>
            <a:ext cx="3169800" cy="480000"/>
          </a:xfrm>
          <a:prstGeom prst="rect">
            <a:avLst/>
          </a:prstGeom>
        </p:spPr>
        <p:txBody>
          <a:bodyPr anchorCtr="0" anchor="b" bIns="48300" lIns="96625" spcFirstLastPara="1" rIns="96625" wrap="square" tIns="483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h58601d51402da372_0_3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h58601d51402da372_0_38:notes"/>
          <p:cNvSpPr txBox="1"/>
          <p:nvPr>
            <p:ph idx="1" type="body"/>
          </p:nvPr>
        </p:nvSpPr>
        <p:spPr>
          <a:xfrm>
            <a:off x="731520" y="4560570"/>
            <a:ext cx="5852100" cy="4320600"/>
          </a:xfrm>
          <a:prstGeom prst="rect">
            <a:avLst/>
          </a:prstGeom>
          <a:noFill/>
          <a:ln>
            <a:noFill/>
          </a:ln>
        </p:spPr>
        <p:txBody>
          <a:bodyPr anchorCtr="0" anchor="t" bIns="48300" lIns="96625" spcFirstLastPara="1" rIns="96625" wrap="square" tIns="48300">
            <a:noAutofit/>
          </a:bodyPr>
          <a:lstStyle/>
          <a:p>
            <a:pPr indent="0" lvl="0" marL="0" rtl="0" algn="l">
              <a:lnSpc>
                <a:spcPct val="100000"/>
              </a:lnSpc>
              <a:spcBef>
                <a:spcPts val="0"/>
              </a:spcBef>
              <a:spcAft>
                <a:spcPts val="0"/>
              </a:spcAft>
              <a:buSzPts val="1400"/>
              <a:buNone/>
            </a:pPr>
            <a:r>
              <a:t/>
            </a:r>
            <a:endParaRPr sz="2800"/>
          </a:p>
        </p:txBody>
      </p:sp>
      <p:sp>
        <p:nvSpPr>
          <p:cNvPr id="116" name="Google Shape;116;h58601d51402da372_0_38:notes"/>
          <p:cNvSpPr txBox="1"/>
          <p:nvPr>
            <p:ph idx="12" type="sldNum"/>
          </p:nvPr>
        </p:nvSpPr>
        <p:spPr>
          <a:xfrm>
            <a:off x="4143587" y="9119474"/>
            <a:ext cx="3169800" cy="480000"/>
          </a:xfrm>
          <a:prstGeom prst="rect">
            <a:avLst/>
          </a:prstGeom>
          <a:noFill/>
          <a:ln>
            <a:noFill/>
          </a:ln>
        </p:spPr>
        <p:txBody>
          <a:bodyPr anchorCtr="0" anchor="b" bIns="48300" lIns="96625" spcFirstLastPara="1" rIns="96625" wrap="square" tIns="483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h58601d51402da372_0_1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22" name="Google Shape;122;h58601d51402da372_0_15:notes"/>
          <p:cNvSpPr txBox="1"/>
          <p:nvPr>
            <p:ph idx="1" type="body"/>
          </p:nvPr>
        </p:nvSpPr>
        <p:spPr>
          <a:xfrm>
            <a:off x="731520" y="4560570"/>
            <a:ext cx="5852100" cy="43206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23" name="Google Shape;123;h58601d51402da372_0_15:notes"/>
          <p:cNvSpPr txBox="1"/>
          <p:nvPr>
            <p:ph idx="12" type="sldNum"/>
          </p:nvPr>
        </p:nvSpPr>
        <p:spPr>
          <a:xfrm>
            <a:off x="4143587" y="9119474"/>
            <a:ext cx="3169800" cy="480000"/>
          </a:xfrm>
          <a:prstGeom prst="rect">
            <a:avLst/>
          </a:prstGeom>
        </p:spPr>
        <p:txBody>
          <a:bodyPr anchorCtr="0" anchor="b" bIns="48300" lIns="96625" spcFirstLastPara="1" rIns="96625" wrap="square" tIns="483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h58601d51402da372_0_4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h58601d51402da372_0_45:notes"/>
          <p:cNvSpPr txBox="1"/>
          <p:nvPr>
            <p:ph idx="1" type="body"/>
          </p:nvPr>
        </p:nvSpPr>
        <p:spPr>
          <a:xfrm>
            <a:off x="731520" y="4560570"/>
            <a:ext cx="5852100" cy="4320600"/>
          </a:xfrm>
          <a:prstGeom prst="rect">
            <a:avLst/>
          </a:prstGeom>
          <a:noFill/>
          <a:ln>
            <a:noFill/>
          </a:ln>
        </p:spPr>
        <p:txBody>
          <a:bodyPr anchorCtr="0" anchor="t" bIns="48300" lIns="96625" spcFirstLastPara="1" rIns="96625" wrap="square" tIns="48300">
            <a:noAutofit/>
          </a:bodyPr>
          <a:lstStyle/>
          <a:p>
            <a:pPr indent="0" lvl="0" marL="0" rtl="0" algn="l">
              <a:lnSpc>
                <a:spcPct val="100000"/>
              </a:lnSpc>
              <a:spcBef>
                <a:spcPts val="0"/>
              </a:spcBef>
              <a:spcAft>
                <a:spcPts val="0"/>
              </a:spcAft>
              <a:buSzPts val="1400"/>
              <a:buNone/>
            </a:pPr>
            <a:r>
              <a:t/>
            </a:r>
            <a:endParaRPr sz="2800"/>
          </a:p>
        </p:txBody>
      </p:sp>
      <p:sp>
        <p:nvSpPr>
          <p:cNvPr id="131" name="Google Shape;131;h58601d51402da372_0_45:notes"/>
          <p:cNvSpPr txBox="1"/>
          <p:nvPr>
            <p:ph idx="12" type="sldNum"/>
          </p:nvPr>
        </p:nvSpPr>
        <p:spPr>
          <a:xfrm>
            <a:off x="4143587" y="9119474"/>
            <a:ext cx="3169800" cy="480000"/>
          </a:xfrm>
          <a:prstGeom prst="rect">
            <a:avLst/>
          </a:prstGeom>
          <a:noFill/>
          <a:ln>
            <a:noFill/>
          </a:ln>
        </p:spPr>
        <p:txBody>
          <a:bodyPr anchorCtr="0" anchor="b" bIns="48300" lIns="96625" spcFirstLastPara="1" rIns="96625" wrap="square" tIns="483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h58601d51402da372_0_3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55" name="Google Shape;155;h58601d51402da372_0_31:notes"/>
          <p:cNvSpPr txBox="1"/>
          <p:nvPr>
            <p:ph idx="1" type="body"/>
          </p:nvPr>
        </p:nvSpPr>
        <p:spPr>
          <a:xfrm>
            <a:off x="731520" y="4560570"/>
            <a:ext cx="5852100" cy="43206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56" name="Google Shape;156;h58601d51402da372_0_31:notes"/>
          <p:cNvSpPr txBox="1"/>
          <p:nvPr>
            <p:ph idx="12" type="sldNum"/>
          </p:nvPr>
        </p:nvSpPr>
        <p:spPr>
          <a:xfrm>
            <a:off x="4143587" y="9119474"/>
            <a:ext cx="3169800" cy="480000"/>
          </a:xfrm>
          <a:prstGeom prst="rect">
            <a:avLst/>
          </a:prstGeom>
        </p:spPr>
        <p:txBody>
          <a:bodyPr anchorCtr="0" anchor="b" bIns="48300" lIns="96625" spcFirstLastPara="1" rIns="96625" wrap="square" tIns="483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h58601d51402da372_0_6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65" name="Google Shape;165;h58601d51402da372_0_66:notes"/>
          <p:cNvSpPr txBox="1"/>
          <p:nvPr>
            <p:ph idx="1" type="body"/>
          </p:nvPr>
        </p:nvSpPr>
        <p:spPr>
          <a:xfrm>
            <a:off x="731520" y="4560570"/>
            <a:ext cx="5852100" cy="43206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66" name="Google Shape;166;h58601d51402da372_0_66:notes"/>
          <p:cNvSpPr txBox="1"/>
          <p:nvPr>
            <p:ph idx="12" type="sldNum"/>
          </p:nvPr>
        </p:nvSpPr>
        <p:spPr>
          <a:xfrm>
            <a:off x="4143587" y="9119474"/>
            <a:ext cx="3169800" cy="480000"/>
          </a:xfrm>
          <a:prstGeom prst="rect">
            <a:avLst/>
          </a:prstGeom>
        </p:spPr>
        <p:txBody>
          <a:bodyPr anchorCtr="0" anchor="b" bIns="48300" lIns="96625" spcFirstLastPara="1" rIns="96625" wrap="square" tIns="483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h58601d51402da372_0_7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h58601d51402da372_0_73:notes"/>
          <p:cNvSpPr txBox="1"/>
          <p:nvPr>
            <p:ph idx="1" type="body"/>
          </p:nvPr>
        </p:nvSpPr>
        <p:spPr>
          <a:xfrm>
            <a:off x="731520" y="4560570"/>
            <a:ext cx="5852100" cy="4320600"/>
          </a:xfrm>
          <a:prstGeom prst="rect">
            <a:avLst/>
          </a:prstGeom>
          <a:noFill/>
          <a:ln>
            <a:noFill/>
          </a:ln>
        </p:spPr>
        <p:txBody>
          <a:bodyPr anchorCtr="0" anchor="t" bIns="48300" lIns="96625" spcFirstLastPara="1" rIns="96625" wrap="square" tIns="48300">
            <a:noAutofit/>
          </a:bodyPr>
          <a:lstStyle/>
          <a:p>
            <a:pPr indent="0" lvl="0" marL="0" rtl="0" algn="l">
              <a:lnSpc>
                <a:spcPct val="100000"/>
              </a:lnSpc>
              <a:spcBef>
                <a:spcPts val="0"/>
              </a:spcBef>
              <a:spcAft>
                <a:spcPts val="0"/>
              </a:spcAft>
              <a:buSzPts val="1400"/>
              <a:buNone/>
            </a:pPr>
            <a:r>
              <a:t/>
            </a:r>
            <a:endParaRPr sz="2800"/>
          </a:p>
        </p:txBody>
      </p:sp>
      <p:sp>
        <p:nvSpPr>
          <p:cNvPr id="177" name="Google Shape;177;h58601d51402da372_0_73:notes"/>
          <p:cNvSpPr txBox="1"/>
          <p:nvPr>
            <p:ph idx="12" type="sldNum"/>
          </p:nvPr>
        </p:nvSpPr>
        <p:spPr>
          <a:xfrm>
            <a:off x="4143587" y="9119474"/>
            <a:ext cx="3169800" cy="480000"/>
          </a:xfrm>
          <a:prstGeom prst="rect">
            <a:avLst/>
          </a:prstGeom>
          <a:noFill/>
          <a:ln>
            <a:noFill/>
          </a:ln>
        </p:spPr>
        <p:txBody>
          <a:bodyPr anchorCtr="0" anchor="b" bIns="48300" lIns="96625" spcFirstLastPara="1" rIns="96625" wrap="square" tIns="483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h58601d51402da372_0_8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86" name="Google Shape;186;h58601d51402da372_0_80:notes"/>
          <p:cNvSpPr txBox="1"/>
          <p:nvPr>
            <p:ph idx="1" type="body"/>
          </p:nvPr>
        </p:nvSpPr>
        <p:spPr>
          <a:xfrm>
            <a:off x="731520" y="4560570"/>
            <a:ext cx="5852100" cy="43206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87" name="Google Shape;187;h58601d51402da372_0_80:notes"/>
          <p:cNvSpPr txBox="1"/>
          <p:nvPr>
            <p:ph idx="12" type="sldNum"/>
          </p:nvPr>
        </p:nvSpPr>
        <p:spPr>
          <a:xfrm>
            <a:off x="4143587" y="9119474"/>
            <a:ext cx="3169800" cy="480000"/>
          </a:xfrm>
          <a:prstGeom prst="rect">
            <a:avLst/>
          </a:prstGeom>
        </p:spPr>
        <p:txBody>
          <a:bodyPr anchorCtr="0" anchor="b" bIns="48300" lIns="96625" spcFirstLastPara="1" rIns="96625" wrap="square" tIns="483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h452cd0b8d1e4d2a6_1_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93" name="Google Shape;193;h452cd0b8d1e4d2a6_1_0:notes"/>
          <p:cNvSpPr txBox="1"/>
          <p:nvPr>
            <p:ph idx="1" type="body"/>
          </p:nvPr>
        </p:nvSpPr>
        <p:spPr>
          <a:xfrm>
            <a:off x="731520" y="4560570"/>
            <a:ext cx="5852100" cy="4320600"/>
          </a:xfrm>
          <a:prstGeom prst="rect">
            <a:avLst/>
          </a:prstGeom>
        </p:spPr>
        <p:txBody>
          <a:bodyPr anchorCtr="0" anchor="t" bIns="48300" lIns="96625" spcFirstLastPara="1" rIns="96625" wrap="square" tIns="48300">
            <a:noAutofit/>
          </a:bodyPr>
          <a:lstStyle/>
          <a:p>
            <a:pPr indent="-330200" lvl="0" marL="457200" rtl="0" algn="l">
              <a:spcBef>
                <a:spcPts val="0"/>
              </a:spcBef>
              <a:spcAft>
                <a:spcPts val="0"/>
              </a:spcAft>
              <a:buClr>
                <a:schemeClr val="dk2"/>
              </a:buClr>
              <a:buSzPts val="1600"/>
              <a:buChar char="●"/>
            </a:pPr>
            <a:r>
              <a:rPr lang="en-US" sz="1600">
                <a:solidFill>
                  <a:schemeClr val="dk2"/>
                </a:solidFill>
                <a:latin typeface="Arial"/>
                <a:ea typeface="Arial"/>
                <a:cs typeface="Arial"/>
                <a:sym typeface="Arial"/>
              </a:rPr>
              <a:t>Starts with camera calibration</a:t>
            </a:r>
            <a:endParaRPr sz="1600">
              <a:solidFill>
                <a:schemeClr val="dk2"/>
              </a:solidFill>
              <a:latin typeface="Arial"/>
              <a:ea typeface="Arial"/>
              <a:cs typeface="Arial"/>
              <a:sym typeface="Arial"/>
            </a:endParaRPr>
          </a:p>
          <a:p>
            <a:pPr indent="-330200" lvl="0" marL="457200" rtl="0" algn="l">
              <a:spcBef>
                <a:spcPts val="0"/>
              </a:spcBef>
              <a:spcAft>
                <a:spcPts val="0"/>
              </a:spcAft>
              <a:buClr>
                <a:schemeClr val="dk2"/>
              </a:buClr>
              <a:buSzPts val="1600"/>
              <a:buChar char="●"/>
            </a:pPr>
            <a:r>
              <a:rPr lang="en-US" sz="1600">
                <a:solidFill>
                  <a:schemeClr val="dk2"/>
                </a:solidFill>
                <a:latin typeface="Arial"/>
                <a:ea typeface="Arial"/>
                <a:cs typeface="Arial"/>
                <a:sym typeface="Arial"/>
              </a:rPr>
              <a:t>Home Screen: Lessons,Help,Re-calibrate</a:t>
            </a:r>
            <a:endParaRPr sz="1600">
              <a:solidFill>
                <a:schemeClr val="dk2"/>
              </a:solidFill>
              <a:latin typeface="Arial"/>
              <a:ea typeface="Arial"/>
              <a:cs typeface="Arial"/>
              <a:sym typeface="Arial"/>
            </a:endParaRPr>
          </a:p>
          <a:p>
            <a:pPr indent="-330200" lvl="0" marL="457200" rtl="0" algn="l">
              <a:spcBef>
                <a:spcPts val="0"/>
              </a:spcBef>
              <a:spcAft>
                <a:spcPts val="0"/>
              </a:spcAft>
              <a:buClr>
                <a:schemeClr val="dk2"/>
              </a:buClr>
              <a:buSzPts val="1600"/>
              <a:buChar char="●"/>
            </a:pPr>
            <a:r>
              <a:rPr lang="en-US" sz="1600">
                <a:solidFill>
                  <a:schemeClr val="dk2"/>
                </a:solidFill>
                <a:latin typeface="Arial"/>
                <a:ea typeface="Arial"/>
                <a:cs typeface="Arial"/>
                <a:sym typeface="Arial"/>
              </a:rPr>
              <a:t>Lessons opens lesson selection screen</a:t>
            </a:r>
            <a:endParaRPr sz="1600">
              <a:solidFill>
                <a:schemeClr val="dk2"/>
              </a:solidFill>
              <a:latin typeface="Arial"/>
              <a:ea typeface="Arial"/>
              <a:cs typeface="Arial"/>
              <a:sym typeface="Arial"/>
            </a:endParaRPr>
          </a:p>
          <a:p>
            <a:pPr indent="-330200" lvl="0" marL="457200" rtl="0" algn="l">
              <a:spcBef>
                <a:spcPts val="0"/>
              </a:spcBef>
              <a:spcAft>
                <a:spcPts val="0"/>
              </a:spcAft>
              <a:buClr>
                <a:schemeClr val="dk2"/>
              </a:buClr>
              <a:buSzPts val="1600"/>
              <a:buChar char="●"/>
            </a:pPr>
            <a:r>
              <a:rPr lang="en-US" sz="1600">
                <a:solidFill>
                  <a:schemeClr val="dk2"/>
                </a:solidFill>
                <a:latin typeface="Arial"/>
                <a:ea typeface="Arial"/>
                <a:cs typeface="Arial"/>
                <a:sym typeface="Arial"/>
              </a:rPr>
              <a:t>Help show tips and links to documentation</a:t>
            </a:r>
            <a:endParaRPr sz="1600">
              <a:solidFill>
                <a:schemeClr val="dk2"/>
              </a:solidFill>
              <a:latin typeface="Arial"/>
              <a:ea typeface="Arial"/>
              <a:cs typeface="Arial"/>
              <a:sym typeface="Arial"/>
            </a:endParaRPr>
          </a:p>
          <a:p>
            <a:pPr indent="-330200" lvl="0" marL="457200" rtl="0" algn="l">
              <a:spcBef>
                <a:spcPts val="0"/>
              </a:spcBef>
              <a:spcAft>
                <a:spcPts val="0"/>
              </a:spcAft>
              <a:buClr>
                <a:schemeClr val="dk2"/>
              </a:buClr>
              <a:buSzPts val="1600"/>
              <a:buChar char="●"/>
            </a:pPr>
            <a:r>
              <a:rPr lang="en-US" sz="1600">
                <a:solidFill>
                  <a:schemeClr val="dk2"/>
                </a:solidFill>
                <a:latin typeface="Arial"/>
                <a:ea typeface="Arial"/>
                <a:cs typeface="Arial"/>
                <a:sym typeface="Arial"/>
              </a:rPr>
              <a:t>Recalibrate is password protected</a:t>
            </a:r>
            <a:endParaRPr sz="1600">
              <a:solidFill>
                <a:schemeClr val="dk2"/>
              </a:solidFill>
              <a:latin typeface="Arial"/>
              <a:ea typeface="Arial"/>
              <a:cs typeface="Arial"/>
              <a:sym typeface="Arial"/>
            </a:endParaRPr>
          </a:p>
          <a:p>
            <a:pPr indent="0" lvl="0" marL="0" rtl="0" algn="l">
              <a:spcBef>
                <a:spcPts val="0"/>
              </a:spcBef>
              <a:spcAft>
                <a:spcPts val="0"/>
              </a:spcAft>
              <a:buNone/>
            </a:pPr>
            <a:r>
              <a:t/>
            </a:r>
            <a:endParaRPr sz="100"/>
          </a:p>
        </p:txBody>
      </p:sp>
      <p:sp>
        <p:nvSpPr>
          <p:cNvPr id="194" name="Google Shape;194;h452cd0b8d1e4d2a6_1_0:notes"/>
          <p:cNvSpPr txBox="1"/>
          <p:nvPr>
            <p:ph idx="12" type="sldNum"/>
          </p:nvPr>
        </p:nvSpPr>
        <p:spPr>
          <a:xfrm>
            <a:off x="4143587" y="9119474"/>
            <a:ext cx="3169800" cy="480000"/>
          </a:xfrm>
          <a:prstGeom prst="rect">
            <a:avLst/>
          </a:prstGeom>
        </p:spPr>
        <p:txBody>
          <a:bodyPr anchorCtr="0" anchor="b" bIns="48300" lIns="96625" spcFirstLastPara="1" rIns="96625" wrap="square" tIns="483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h334d804c88c416cd_0_1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02" name="Google Shape;202;h334d804c88c416cd_0_14:notes"/>
          <p:cNvSpPr txBox="1"/>
          <p:nvPr>
            <p:ph idx="1" type="body"/>
          </p:nvPr>
        </p:nvSpPr>
        <p:spPr>
          <a:xfrm>
            <a:off x="731520" y="4560570"/>
            <a:ext cx="5852100" cy="43206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03" name="Google Shape;203;h334d804c88c416cd_0_14:notes"/>
          <p:cNvSpPr txBox="1"/>
          <p:nvPr>
            <p:ph idx="12" type="sldNum"/>
          </p:nvPr>
        </p:nvSpPr>
        <p:spPr>
          <a:xfrm>
            <a:off x="4143587" y="9119474"/>
            <a:ext cx="3169800" cy="480000"/>
          </a:xfrm>
          <a:prstGeom prst="rect">
            <a:avLst/>
          </a:prstGeom>
        </p:spPr>
        <p:txBody>
          <a:bodyPr anchorCtr="0" anchor="b" bIns="48300" lIns="96625" spcFirstLastPara="1" rIns="96625" wrap="square" tIns="483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h334d804c88c416cd_0_3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11" name="Google Shape;211;h334d804c88c416cd_0_30:notes"/>
          <p:cNvSpPr txBox="1"/>
          <p:nvPr>
            <p:ph idx="1" type="body"/>
          </p:nvPr>
        </p:nvSpPr>
        <p:spPr>
          <a:xfrm>
            <a:off x="731520" y="4560570"/>
            <a:ext cx="5852100" cy="43206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12" name="Google Shape;212;h334d804c88c416cd_0_30:notes"/>
          <p:cNvSpPr txBox="1"/>
          <p:nvPr>
            <p:ph idx="12" type="sldNum"/>
          </p:nvPr>
        </p:nvSpPr>
        <p:spPr>
          <a:xfrm>
            <a:off x="4143587" y="9119474"/>
            <a:ext cx="3169800" cy="480000"/>
          </a:xfrm>
          <a:prstGeom prst="rect">
            <a:avLst/>
          </a:prstGeom>
        </p:spPr>
        <p:txBody>
          <a:bodyPr anchorCtr="0" anchor="b" bIns="48300" lIns="96625" spcFirstLastPara="1" rIns="96625" wrap="square" tIns="483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h2bbe9d0b7c574b56_1_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h2bbe9d0b7c574b56_1_0:notes"/>
          <p:cNvSpPr txBox="1"/>
          <p:nvPr>
            <p:ph idx="1" type="body"/>
          </p:nvPr>
        </p:nvSpPr>
        <p:spPr>
          <a:xfrm>
            <a:off x="731520" y="4560570"/>
            <a:ext cx="5852100" cy="4320600"/>
          </a:xfrm>
          <a:prstGeom prst="rect">
            <a:avLst/>
          </a:prstGeom>
          <a:noFill/>
          <a:ln>
            <a:noFill/>
          </a:ln>
        </p:spPr>
        <p:txBody>
          <a:bodyPr anchorCtr="0" anchor="t" bIns="48300" lIns="96625" spcFirstLastPara="1" rIns="96625" wrap="square" tIns="48300">
            <a:noAutofit/>
          </a:bodyPr>
          <a:lstStyle/>
          <a:p>
            <a:pPr indent="0" lvl="0" marL="0" rtl="0" algn="l">
              <a:lnSpc>
                <a:spcPct val="100000"/>
              </a:lnSpc>
              <a:spcBef>
                <a:spcPts val="0"/>
              </a:spcBef>
              <a:spcAft>
                <a:spcPts val="0"/>
              </a:spcAft>
              <a:buSzPts val="1400"/>
              <a:buNone/>
            </a:pPr>
            <a:r>
              <a:t/>
            </a:r>
            <a:endParaRPr sz="2800"/>
          </a:p>
        </p:txBody>
      </p:sp>
      <p:sp>
        <p:nvSpPr>
          <p:cNvPr id="220" name="Google Shape;220;h2bbe9d0b7c574b56_1_0:notes"/>
          <p:cNvSpPr txBox="1"/>
          <p:nvPr>
            <p:ph idx="12" type="sldNum"/>
          </p:nvPr>
        </p:nvSpPr>
        <p:spPr>
          <a:xfrm>
            <a:off x="4143587" y="9119474"/>
            <a:ext cx="3169800" cy="480000"/>
          </a:xfrm>
          <a:prstGeom prst="rect">
            <a:avLst/>
          </a:prstGeom>
          <a:noFill/>
          <a:ln>
            <a:noFill/>
          </a:ln>
        </p:spPr>
        <p:txBody>
          <a:bodyPr anchorCtr="0" anchor="b" bIns="48300" lIns="96625" spcFirstLastPara="1" rIns="96625" wrap="square" tIns="483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h2bbe9d0b7c574b56_1_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26" name="Google Shape;226;h2bbe9d0b7c574b56_1_6:notes"/>
          <p:cNvSpPr txBox="1"/>
          <p:nvPr>
            <p:ph idx="1" type="body"/>
          </p:nvPr>
        </p:nvSpPr>
        <p:spPr>
          <a:xfrm>
            <a:off x="731520" y="4560570"/>
            <a:ext cx="5852100" cy="43206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27" name="Google Shape;227;h2bbe9d0b7c574b56_1_6:notes"/>
          <p:cNvSpPr txBox="1"/>
          <p:nvPr>
            <p:ph idx="12" type="sldNum"/>
          </p:nvPr>
        </p:nvSpPr>
        <p:spPr>
          <a:xfrm>
            <a:off x="4143587" y="9119474"/>
            <a:ext cx="3169800" cy="480000"/>
          </a:xfrm>
          <a:prstGeom prst="rect">
            <a:avLst/>
          </a:prstGeom>
        </p:spPr>
        <p:txBody>
          <a:bodyPr anchorCtr="0" anchor="b" bIns="48300" lIns="96625" spcFirstLastPara="1" rIns="96625" wrap="square" tIns="483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h2bbe9d0b7c574b56_1_6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57" name="Google Shape;257;h2bbe9d0b7c574b56_1_63:notes"/>
          <p:cNvSpPr txBox="1"/>
          <p:nvPr>
            <p:ph idx="1" type="body"/>
          </p:nvPr>
        </p:nvSpPr>
        <p:spPr>
          <a:xfrm>
            <a:off x="731520" y="4560570"/>
            <a:ext cx="5852100" cy="43206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58" name="Google Shape;258;h2bbe9d0b7c574b56_1_63:notes"/>
          <p:cNvSpPr txBox="1"/>
          <p:nvPr>
            <p:ph idx="12" type="sldNum"/>
          </p:nvPr>
        </p:nvSpPr>
        <p:spPr>
          <a:xfrm>
            <a:off x="4143587" y="9119474"/>
            <a:ext cx="3169800" cy="480000"/>
          </a:xfrm>
          <a:prstGeom prst="rect">
            <a:avLst/>
          </a:prstGeom>
        </p:spPr>
        <p:txBody>
          <a:bodyPr anchorCtr="0" anchor="b" bIns="48300" lIns="96625" spcFirstLastPara="1" rIns="96625" wrap="square" tIns="483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h2bbe9d0b7c574b56_1_3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84" name="Google Shape;284;h2bbe9d0b7c574b56_1_39:notes"/>
          <p:cNvSpPr txBox="1"/>
          <p:nvPr>
            <p:ph idx="1" type="body"/>
          </p:nvPr>
        </p:nvSpPr>
        <p:spPr>
          <a:xfrm>
            <a:off x="731520" y="4560570"/>
            <a:ext cx="5852100" cy="43206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85" name="Google Shape;285;h2bbe9d0b7c574b56_1_39:notes"/>
          <p:cNvSpPr txBox="1"/>
          <p:nvPr>
            <p:ph idx="12" type="sldNum"/>
          </p:nvPr>
        </p:nvSpPr>
        <p:spPr>
          <a:xfrm>
            <a:off x="4143587" y="9119474"/>
            <a:ext cx="3169800" cy="480000"/>
          </a:xfrm>
          <a:prstGeom prst="rect">
            <a:avLst/>
          </a:prstGeom>
        </p:spPr>
        <p:txBody>
          <a:bodyPr anchorCtr="0" anchor="b" bIns="48300" lIns="96625" spcFirstLastPara="1" rIns="96625" wrap="square" tIns="483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h452cd0b8d1e4d2a6_0_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08" name="Google Shape;308;h452cd0b8d1e4d2a6_0_0:notes"/>
          <p:cNvSpPr txBox="1"/>
          <p:nvPr>
            <p:ph idx="1" type="body"/>
          </p:nvPr>
        </p:nvSpPr>
        <p:spPr>
          <a:xfrm>
            <a:off x="731520" y="4560570"/>
            <a:ext cx="5852100" cy="43206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09" name="Google Shape;309;h452cd0b8d1e4d2a6_0_0:notes"/>
          <p:cNvSpPr txBox="1"/>
          <p:nvPr>
            <p:ph idx="12" type="sldNum"/>
          </p:nvPr>
        </p:nvSpPr>
        <p:spPr>
          <a:xfrm>
            <a:off x="4143587" y="9119474"/>
            <a:ext cx="3169800" cy="480000"/>
          </a:xfrm>
          <a:prstGeom prst="rect">
            <a:avLst/>
          </a:prstGeom>
        </p:spPr>
        <p:txBody>
          <a:bodyPr anchorCtr="0" anchor="b" bIns="48300" lIns="96625" spcFirstLastPara="1" rIns="96625" wrap="square" tIns="483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h452cd0b8d1e4d2a6_0_7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h452cd0b8d1e4d2a6_0_70:notes"/>
          <p:cNvSpPr txBox="1"/>
          <p:nvPr>
            <p:ph idx="1" type="body"/>
          </p:nvPr>
        </p:nvSpPr>
        <p:spPr>
          <a:xfrm>
            <a:off x="731520" y="4560570"/>
            <a:ext cx="5852100" cy="4320600"/>
          </a:xfrm>
          <a:prstGeom prst="rect">
            <a:avLst/>
          </a:prstGeom>
          <a:noFill/>
          <a:ln>
            <a:noFill/>
          </a:ln>
        </p:spPr>
        <p:txBody>
          <a:bodyPr anchorCtr="0" anchor="t" bIns="48300" lIns="96625" spcFirstLastPara="1" rIns="96625" wrap="square" tIns="48300">
            <a:noAutofit/>
          </a:bodyPr>
          <a:lstStyle/>
          <a:p>
            <a:pPr indent="0" lvl="0" marL="0" rtl="0" algn="l">
              <a:lnSpc>
                <a:spcPct val="100000"/>
              </a:lnSpc>
              <a:spcBef>
                <a:spcPts val="0"/>
              </a:spcBef>
              <a:spcAft>
                <a:spcPts val="0"/>
              </a:spcAft>
              <a:buSzPts val="1400"/>
              <a:buNone/>
            </a:pPr>
            <a:r>
              <a:t/>
            </a:r>
            <a:endParaRPr sz="2800"/>
          </a:p>
        </p:txBody>
      </p:sp>
      <p:sp>
        <p:nvSpPr>
          <p:cNvPr id="332" name="Google Shape;332;h452cd0b8d1e4d2a6_0_70:notes"/>
          <p:cNvSpPr txBox="1"/>
          <p:nvPr>
            <p:ph idx="12" type="sldNum"/>
          </p:nvPr>
        </p:nvSpPr>
        <p:spPr>
          <a:xfrm>
            <a:off x="4143587" y="9119474"/>
            <a:ext cx="3169800" cy="480000"/>
          </a:xfrm>
          <a:prstGeom prst="rect">
            <a:avLst/>
          </a:prstGeom>
          <a:noFill/>
          <a:ln>
            <a:noFill/>
          </a:ln>
        </p:spPr>
        <p:txBody>
          <a:bodyPr anchorCtr="0" anchor="b" bIns="48300" lIns="96625" spcFirstLastPara="1" rIns="96625" wrap="square" tIns="483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h452cd0b8d1e4d2a6_0_7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38" name="Google Shape;338;h452cd0b8d1e4d2a6_0_76:notes"/>
          <p:cNvSpPr txBox="1"/>
          <p:nvPr>
            <p:ph idx="1" type="body"/>
          </p:nvPr>
        </p:nvSpPr>
        <p:spPr>
          <a:xfrm>
            <a:off x="731520" y="4560570"/>
            <a:ext cx="5852100" cy="43206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39" name="Google Shape;339;h452cd0b8d1e4d2a6_0_76:notes"/>
          <p:cNvSpPr txBox="1"/>
          <p:nvPr>
            <p:ph idx="12" type="sldNum"/>
          </p:nvPr>
        </p:nvSpPr>
        <p:spPr>
          <a:xfrm>
            <a:off x="4143587" y="9119474"/>
            <a:ext cx="3169800" cy="480000"/>
          </a:xfrm>
          <a:prstGeom prst="rect">
            <a:avLst/>
          </a:prstGeom>
        </p:spPr>
        <p:txBody>
          <a:bodyPr anchorCtr="0" anchor="b" bIns="48300" lIns="96625" spcFirstLastPara="1" rIns="96625" wrap="square" tIns="483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h452cd0b8d1e4d2a6_0_16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53" name="Google Shape;353;h452cd0b8d1e4d2a6_0_161:notes"/>
          <p:cNvSpPr txBox="1"/>
          <p:nvPr>
            <p:ph idx="1" type="body"/>
          </p:nvPr>
        </p:nvSpPr>
        <p:spPr>
          <a:xfrm>
            <a:off x="731520" y="4560570"/>
            <a:ext cx="5852100" cy="43206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54" name="Google Shape;354;h452cd0b8d1e4d2a6_0_161:notes"/>
          <p:cNvSpPr txBox="1"/>
          <p:nvPr>
            <p:ph idx="12" type="sldNum"/>
          </p:nvPr>
        </p:nvSpPr>
        <p:spPr>
          <a:xfrm>
            <a:off x="4143587" y="9119474"/>
            <a:ext cx="3169800" cy="480000"/>
          </a:xfrm>
          <a:prstGeom prst="rect">
            <a:avLst/>
          </a:prstGeom>
        </p:spPr>
        <p:txBody>
          <a:bodyPr anchorCtr="0" anchor="b" bIns="48300" lIns="96625" spcFirstLastPara="1" rIns="96625" wrap="square" tIns="483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h452cd0b8d1e4d2a6_0_17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68" name="Google Shape;368;h452cd0b8d1e4d2a6_0_174:notes"/>
          <p:cNvSpPr txBox="1"/>
          <p:nvPr>
            <p:ph idx="1" type="body"/>
          </p:nvPr>
        </p:nvSpPr>
        <p:spPr>
          <a:xfrm>
            <a:off x="731520" y="4560570"/>
            <a:ext cx="5852100" cy="43206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69" name="Google Shape;369;h452cd0b8d1e4d2a6_0_174:notes"/>
          <p:cNvSpPr txBox="1"/>
          <p:nvPr>
            <p:ph idx="12" type="sldNum"/>
          </p:nvPr>
        </p:nvSpPr>
        <p:spPr>
          <a:xfrm>
            <a:off x="4143587" y="9119474"/>
            <a:ext cx="3169800" cy="480000"/>
          </a:xfrm>
          <a:prstGeom prst="rect">
            <a:avLst/>
          </a:prstGeom>
        </p:spPr>
        <p:txBody>
          <a:bodyPr anchorCtr="0" anchor="b" bIns="48300" lIns="96625" spcFirstLastPara="1" rIns="96625" wrap="square" tIns="483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h452cd0b8d1e4d2a6_0_18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85" name="Google Shape;385;h452cd0b8d1e4d2a6_0_189:notes"/>
          <p:cNvSpPr txBox="1"/>
          <p:nvPr>
            <p:ph idx="1" type="body"/>
          </p:nvPr>
        </p:nvSpPr>
        <p:spPr>
          <a:xfrm>
            <a:off x="731520" y="4560570"/>
            <a:ext cx="5852100" cy="43206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86" name="Google Shape;386;h452cd0b8d1e4d2a6_0_189:notes"/>
          <p:cNvSpPr txBox="1"/>
          <p:nvPr>
            <p:ph idx="12" type="sldNum"/>
          </p:nvPr>
        </p:nvSpPr>
        <p:spPr>
          <a:xfrm>
            <a:off x="4143587" y="9119474"/>
            <a:ext cx="3169800" cy="480000"/>
          </a:xfrm>
          <a:prstGeom prst="rect">
            <a:avLst/>
          </a:prstGeom>
        </p:spPr>
        <p:txBody>
          <a:bodyPr anchorCtr="0" anchor="b" bIns="48300" lIns="96625" spcFirstLastPara="1" rIns="96625" wrap="square" tIns="483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h2bbe9d0b7c574b56_2_3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98" name="Google Shape;398;h2bbe9d0b7c574b56_2_33:notes"/>
          <p:cNvSpPr txBox="1"/>
          <p:nvPr>
            <p:ph idx="1" type="body"/>
          </p:nvPr>
        </p:nvSpPr>
        <p:spPr>
          <a:xfrm>
            <a:off x="731520" y="4560570"/>
            <a:ext cx="5852100" cy="43206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99" name="Google Shape;399;h2bbe9d0b7c574b56_2_33:notes"/>
          <p:cNvSpPr txBox="1"/>
          <p:nvPr>
            <p:ph idx="12" type="sldNum"/>
          </p:nvPr>
        </p:nvSpPr>
        <p:spPr>
          <a:xfrm>
            <a:off x="4143587" y="9119474"/>
            <a:ext cx="3169800" cy="480000"/>
          </a:xfrm>
          <a:prstGeom prst="rect">
            <a:avLst/>
          </a:prstGeom>
        </p:spPr>
        <p:txBody>
          <a:bodyPr anchorCtr="0" anchor="b" bIns="48300" lIns="96625" spcFirstLastPara="1" rIns="96625" wrap="square" tIns="483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d333d6da52_0_4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g3d333d6da52_0_42:notes"/>
          <p:cNvSpPr txBox="1"/>
          <p:nvPr>
            <p:ph idx="1" type="body"/>
          </p:nvPr>
        </p:nvSpPr>
        <p:spPr>
          <a:xfrm>
            <a:off x="731520" y="4560570"/>
            <a:ext cx="5852100" cy="4320600"/>
          </a:xfrm>
          <a:prstGeom prst="rect">
            <a:avLst/>
          </a:prstGeom>
          <a:noFill/>
          <a:ln>
            <a:noFill/>
          </a:ln>
        </p:spPr>
        <p:txBody>
          <a:bodyPr anchorCtr="0" anchor="t" bIns="48300" lIns="96625" spcFirstLastPara="1" rIns="96625" wrap="square" tIns="48300">
            <a:noAutofit/>
          </a:bodyPr>
          <a:lstStyle/>
          <a:p>
            <a:pPr indent="0" lvl="0" marL="0" rtl="0" algn="l">
              <a:lnSpc>
                <a:spcPct val="100000"/>
              </a:lnSpc>
              <a:spcBef>
                <a:spcPts val="0"/>
              </a:spcBef>
              <a:spcAft>
                <a:spcPts val="0"/>
              </a:spcAft>
              <a:buSzPts val="1400"/>
              <a:buNone/>
            </a:pPr>
            <a:r>
              <a:t/>
            </a:r>
            <a:endParaRPr/>
          </a:p>
        </p:txBody>
      </p:sp>
      <p:sp>
        <p:nvSpPr>
          <p:cNvPr id="407" name="Google Shape;407;g3d333d6da52_0_42:notes"/>
          <p:cNvSpPr txBox="1"/>
          <p:nvPr>
            <p:ph idx="12" type="sldNum"/>
          </p:nvPr>
        </p:nvSpPr>
        <p:spPr>
          <a:xfrm>
            <a:off x="4143587" y="9119474"/>
            <a:ext cx="3169800" cy="480000"/>
          </a:xfrm>
          <a:prstGeom prst="rect">
            <a:avLst/>
          </a:prstGeom>
          <a:noFill/>
          <a:ln>
            <a:noFill/>
          </a:ln>
        </p:spPr>
        <p:txBody>
          <a:bodyPr anchorCtr="0" anchor="b" bIns="48300" lIns="96625" spcFirstLastPara="1" rIns="96625" wrap="square" tIns="483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6"/>
          <p:cNvSpPr txBox="1"/>
          <p:nvPr>
            <p:ph type="ctrTitle"/>
          </p:nvPr>
        </p:nvSpPr>
        <p:spPr>
          <a:xfrm>
            <a:off x="381000" y="1812131"/>
            <a:ext cx="8610600" cy="110251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6"/>
          <p:cNvSpPr txBox="1"/>
          <p:nvPr>
            <p:ph idx="1" type="subTitle"/>
          </p:nvPr>
        </p:nvSpPr>
        <p:spPr>
          <a:xfrm>
            <a:off x="381000" y="2914650"/>
            <a:ext cx="6172200" cy="131445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640"/>
              </a:spcBef>
              <a:spcAft>
                <a:spcPts val="0"/>
              </a:spcAft>
              <a:buClr>
                <a:srgbClr val="595959"/>
              </a:buClr>
              <a:buSzPts val="3200"/>
              <a:buNone/>
              <a:defRPr>
                <a:solidFill>
                  <a:srgbClr val="595959"/>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9" name="Shape 19"/>
        <p:cNvGrpSpPr/>
        <p:nvPr/>
      </p:nvGrpSpPr>
      <p:grpSpPr>
        <a:xfrm>
          <a:off x="0" y="0"/>
          <a:ext cx="0" cy="0"/>
          <a:chOff x="0" y="0"/>
          <a:chExt cx="0" cy="0"/>
        </a:xfrm>
      </p:grpSpPr>
      <p:sp>
        <p:nvSpPr>
          <p:cNvPr id="20" name="Google Shape;20;p23"/>
          <p:cNvSpPr txBox="1"/>
          <p:nvPr>
            <p:ph type="title"/>
          </p:nvPr>
        </p:nvSpPr>
        <p:spPr>
          <a:xfrm>
            <a:off x="457201" y="204787"/>
            <a:ext cx="3008313" cy="8715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idx="1" type="body"/>
          </p:nvPr>
        </p:nvSpPr>
        <p:spPr>
          <a:xfrm>
            <a:off x="3575050" y="204789"/>
            <a:ext cx="5111750" cy="4119562"/>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2"/>
              </a:buClr>
              <a:buSzPts val="3200"/>
              <a:buChar char="•"/>
              <a:defRPr sz="3200"/>
            </a:lvl1pPr>
            <a:lvl2pPr indent="-406400" lvl="1" marL="914400" algn="l">
              <a:lnSpc>
                <a:spcPct val="100000"/>
              </a:lnSpc>
              <a:spcBef>
                <a:spcPts val="560"/>
              </a:spcBef>
              <a:spcAft>
                <a:spcPts val="0"/>
              </a:spcAft>
              <a:buClr>
                <a:schemeClr val="dk2"/>
              </a:buClr>
              <a:buSzPts val="2800"/>
              <a:buChar char="–"/>
              <a:defRPr sz="2800"/>
            </a:lvl2pPr>
            <a:lvl3pPr indent="-381000" lvl="2" marL="1371600" algn="l">
              <a:lnSpc>
                <a:spcPct val="100000"/>
              </a:lnSpc>
              <a:spcBef>
                <a:spcPts val="480"/>
              </a:spcBef>
              <a:spcAft>
                <a:spcPts val="0"/>
              </a:spcAft>
              <a:buClr>
                <a:schemeClr val="dk2"/>
              </a:buClr>
              <a:buSzPts val="2400"/>
              <a:buChar char="•"/>
              <a:defRPr sz="2400"/>
            </a:lvl3pPr>
            <a:lvl4pPr indent="-355600" lvl="3" marL="1828800" algn="l">
              <a:lnSpc>
                <a:spcPct val="100000"/>
              </a:lnSpc>
              <a:spcBef>
                <a:spcPts val="400"/>
              </a:spcBef>
              <a:spcAft>
                <a:spcPts val="0"/>
              </a:spcAft>
              <a:buClr>
                <a:schemeClr val="dk2"/>
              </a:buClr>
              <a:buSzPts val="2000"/>
              <a:buChar char="–"/>
              <a:defRPr sz="2000"/>
            </a:lvl4pPr>
            <a:lvl5pPr indent="-355600" lvl="4" marL="2286000" algn="l">
              <a:lnSpc>
                <a:spcPct val="100000"/>
              </a:lnSpc>
              <a:spcBef>
                <a:spcPts val="400"/>
              </a:spcBef>
              <a:spcAft>
                <a:spcPts val="0"/>
              </a:spcAft>
              <a:buClr>
                <a:schemeClr val="dk2"/>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22" name="Google Shape;22;p23"/>
          <p:cNvSpPr txBox="1"/>
          <p:nvPr>
            <p:ph idx="2" type="body"/>
          </p:nvPr>
        </p:nvSpPr>
        <p:spPr>
          <a:xfrm>
            <a:off x="457201" y="1076326"/>
            <a:ext cx="3008313" cy="324802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2"/>
              </a:buClr>
              <a:buSzPts val="1400"/>
              <a:buNone/>
              <a:defRPr sz="1400"/>
            </a:lvl1pPr>
            <a:lvl2pPr indent="-228600" lvl="1" marL="914400" algn="l">
              <a:lnSpc>
                <a:spcPct val="100000"/>
              </a:lnSpc>
              <a:spcBef>
                <a:spcPts val="240"/>
              </a:spcBef>
              <a:spcAft>
                <a:spcPts val="0"/>
              </a:spcAft>
              <a:buClr>
                <a:schemeClr val="dk2"/>
              </a:buClr>
              <a:buSzPts val="1200"/>
              <a:buNone/>
              <a:defRPr sz="1200"/>
            </a:lvl2pPr>
            <a:lvl3pPr indent="-228600" lvl="2" marL="1371600" algn="l">
              <a:lnSpc>
                <a:spcPct val="100000"/>
              </a:lnSpc>
              <a:spcBef>
                <a:spcPts val="200"/>
              </a:spcBef>
              <a:spcAft>
                <a:spcPts val="0"/>
              </a:spcAft>
              <a:buClr>
                <a:schemeClr val="dk2"/>
              </a:buClr>
              <a:buSzPts val="1000"/>
              <a:buNone/>
              <a:defRPr sz="1000"/>
            </a:lvl3pPr>
            <a:lvl4pPr indent="-228600" lvl="3" marL="1828800" algn="l">
              <a:lnSpc>
                <a:spcPct val="100000"/>
              </a:lnSpc>
              <a:spcBef>
                <a:spcPts val="180"/>
              </a:spcBef>
              <a:spcAft>
                <a:spcPts val="0"/>
              </a:spcAft>
              <a:buClr>
                <a:schemeClr val="dk2"/>
              </a:buClr>
              <a:buSzPts val="900"/>
              <a:buNone/>
              <a:defRPr sz="900"/>
            </a:lvl4pPr>
            <a:lvl5pPr indent="-228600" lvl="4" marL="2286000" algn="l">
              <a:lnSpc>
                <a:spcPct val="100000"/>
              </a:lnSpc>
              <a:spcBef>
                <a:spcPts val="180"/>
              </a:spcBef>
              <a:spcAft>
                <a:spcPts val="0"/>
              </a:spcAft>
              <a:buClr>
                <a:schemeClr val="dk2"/>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3" name="Google Shape;23;p2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1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dk2"/>
              </a:buClr>
              <a:buSzPts val="3800"/>
              <a:buFont typeface="Arial"/>
              <a:buNone/>
              <a:defRPr sz="3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8"/>
          <p:cNvSpPr txBox="1"/>
          <p:nvPr>
            <p:ph idx="1" type="body"/>
          </p:nvPr>
        </p:nvSpPr>
        <p:spPr>
          <a:xfrm>
            <a:off x="457200" y="1200151"/>
            <a:ext cx="8229600" cy="3394500"/>
          </a:xfrm>
          <a:prstGeom prst="rect">
            <a:avLst/>
          </a:prstGeom>
          <a:noFill/>
          <a:ln>
            <a:noFill/>
          </a:ln>
        </p:spPr>
        <p:txBody>
          <a:bodyPr anchorCtr="0" anchor="t" bIns="45700" lIns="91425" spcFirstLastPara="1" rIns="91425" wrap="square" tIns="45700">
            <a:normAutofit/>
          </a:bodyPr>
          <a:lstStyle>
            <a:lvl1pPr indent="-419100" lvl="0" marL="457200">
              <a:spcBef>
                <a:spcPts val="0"/>
              </a:spcBef>
              <a:spcAft>
                <a:spcPts val="0"/>
              </a:spcAft>
              <a:buClr>
                <a:schemeClr val="dk2"/>
              </a:buClr>
              <a:buSzPts val="3000"/>
              <a:buChar char="●"/>
              <a:defRPr sz="3000"/>
            </a:lvl1pPr>
            <a:lvl2pPr indent="-342900" lvl="1" marL="914400" algn="l">
              <a:lnSpc>
                <a:spcPct val="100000"/>
              </a:lnSpc>
              <a:spcBef>
                <a:spcPts val="360"/>
              </a:spcBef>
              <a:spcAft>
                <a:spcPts val="0"/>
              </a:spcAft>
              <a:buClr>
                <a:schemeClr val="dk2"/>
              </a:buClr>
              <a:buSzPts val="1800"/>
              <a:buChar char="○"/>
              <a:defRPr/>
            </a:lvl2pPr>
            <a:lvl3pPr indent="-342900" lvl="2" marL="1371600" algn="l">
              <a:lnSpc>
                <a:spcPct val="100000"/>
              </a:lnSpc>
              <a:spcBef>
                <a:spcPts val="360"/>
              </a:spcBef>
              <a:spcAft>
                <a:spcPts val="0"/>
              </a:spcAft>
              <a:buClr>
                <a:schemeClr val="dk2"/>
              </a:buClr>
              <a:buSzPts val="1800"/>
              <a:buChar char="■"/>
              <a:defRPr/>
            </a:lvl3pPr>
            <a:lvl4pPr indent="-342900" lvl="3" marL="1828800" algn="l">
              <a:lnSpc>
                <a:spcPct val="100000"/>
              </a:lnSpc>
              <a:spcBef>
                <a:spcPts val="360"/>
              </a:spcBef>
              <a:spcAft>
                <a:spcPts val="0"/>
              </a:spcAft>
              <a:buClr>
                <a:schemeClr val="dk2"/>
              </a:buClr>
              <a:buSzPts val="1800"/>
              <a:buChar char="●"/>
              <a:defRPr/>
            </a:lvl4pPr>
            <a:lvl5pPr indent="-342900" lvl="4" marL="2286000" algn="l">
              <a:lnSpc>
                <a:spcPct val="100000"/>
              </a:lnSpc>
              <a:spcBef>
                <a:spcPts val="360"/>
              </a:spcBef>
              <a:spcAft>
                <a:spcPts val="0"/>
              </a:spcAft>
              <a:buClr>
                <a:schemeClr val="dk2"/>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 name="Google Shape;27;p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 name="Shape 28"/>
        <p:cNvGrpSpPr/>
        <p:nvPr/>
      </p:nvGrpSpPr>
      <p:grpSpPr>
        <a:xfrm>
          <a:off x="0" y="0"/>
          <a:ext cx="0" cy="0"/>
          <a:chOff x="0" y="0"/>
          <a:chExt cx="0" cy="0"/>
        </a:xfrm>
      </p:grpSpPr>
      <p:sp>
        <p:nvSpPr>
          <p:cNvPr id="29" name="Google Shape;29;p2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1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dk2"/>
              </a:buClr>
              <a:buSzPts val="3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7"/>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20"/>
              </a:spcBef>
              <a:spcAft>
                <a:spcPts val="0"/>
              </a:spcAft>
              <a:buClr>
                <a:schemeClr val="dk2"/>
              </a:buClr>
              <a:buSzPts val="2100"/>
              <a:buNone/>
              <a:defRPr b="1" sz="2100"/>
            </a:lvl1pPr>
            <a:lvl2pPr indent="-228600" lvl="1" marL="914400" algn="l">
              <a:lnSpc>
                <a:spcPct val="100000"/>
              </a:lnSpc>
              <a:spcBef>
                <a:spcPts val="400"/>
              </a:spcBef>
              <a:spcAft>
                <a:spcPts val="0"/>
              </a:spcAft>
              <a:buClr>
                <a:schemeClr val="dk2"/>
              </a:buClr>
              <a:buSzPts val="2000"/>
              <a:buNone/>
              <a:defRPr b="1" sz="2000"/>
            </a:lvl2pPr>
            <a:lvl3pPr indent="-228600" lvl="2" marL="1371600" algn="l">
              <a:lnSpc>
                <a:spcPct val="100000"/>
              </a:lnSpc>
              <a:spcBef>
                <a:spcPts val="360"/>
              </a:spcBef>
              <a:spcAft>
                <a:spcPts val="0"/>
              </a:spcAft>
              <a:buClr>
                <a:schemeClr val="dk2"/>
              </a:buClr>
              <a:buSzPts val="1800"/>
              <a:buNone/>
              <a:defRPr b="1" sz="1800"/>
            </a:lvl3pPr>
            <a:lvl4pPr indent="-228600" lvl="3" marL="1828800" algn="l">
              <a:lnSpc>
                <a:spcPct val="100000"/>
              </a:lnSpc>
              <a:spcBef>
                <a:spcPts val="320"/>
              </a:spcBef>
              <a:spcAft>
                <a:spcPts val="0"/>
              </a:spcAft>
              <a:buClr>
                <a:schemeClr val="dk2"/>
              </a:buClr>
              <a:buSzPts val="1600"/>
              <a:buNone/>
              <a:defRPr b="1" sz="1600"/>
            </a:lvl4pPr>
            <a:lvl5pPr indent="-228600" lvl="4" marL="2286000" algn="l">
              <a:lnSpc>
                <a:spcPct val="100000"/>
              </a:lnSpc>
              <a:spcBef>
                <a:spcPts val="320"/>
              </a:spcBef>
              <a:spcAft>
                <a:spcPts val="0"/>
              </a:spcAft>
              <a:buClr>
                <a:schemeClr val="dk2"/>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3" name="Google Shape;33;p17"/>
          <p:cNvSpPr txBox="1"/>
          <p:nvPr>
            <p:ph idx="2" type="body"/>
          </p:nvPr>
        </p:nvSpPr>
        <p:spPr>
          <a:xfrm>
            <a:off x="457200" y="1631156"/>
            <a:ext cx="4040188" cy="2693194"/>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2"/>
              </a:buClr>
              <a:buSzPts val="2400"/>
              <a:buChar char="•"/>
              <a:defRPr sz="2400"/>
            </a:lvl1pPr>
            <a:lvl2pPr indent="-355600" lvl="1" marL="914400" algn="l">
              <a:lnSpc>
                <a:spcPct val="100000"/>
              </a:lnSpc>
              <a:spcBef>
                <a:spcPts val="400"/>
              </a:spcBef>
              <a:spcAft>
                <a:spcPts val="0"/>
              </a:spcAft>
              <a:buClr>
                <a:schemeClr val="dk2"/>
              </a:buClr>
              <a:buSzPts val="2000"/>
              <a:buChar char="–"/>
              <a:defRPr sz="2000"/>
            </a:lvl2pPr>
            <a:lvl3pPr indent="-342900" lvl="2" marL="1371600" algn="l">
              <a:lnSpc>
                <a:spcPct val="100000"/>
              </a:lnSpc>
              <a:spcBef>
                <a:spcPts val="360"/>
              </a:spcBef>
              <a:spcAft>
                <a:spcPts val="0"/>
              </a:spcAft>
              <a:buClr>
                <a:schemeClr val="dk2"/>
              </a:buClr>
              <a:buSzPts val="1800"/>
              <a:buChar char="•"/>
              <a:defRPr sz="1800"/>
            </a:lvl3pPr>
            <a:lvl4pPr indent="-330200" lvl="3" marL="1828800" algn="l">
              <a:lnSpc>
                <a:spcPct val="100000"/>
              </a:lnSpc>
              <a:spcBef>
                <a:spcPts val="320"/>
              </a:spcBef>
              <a:spcAft>
                <a:spcPts val="0"/>
              </a:spcAft>
              <a:buClr>
                <a:schemeClr val="dk2"/>
              </a:buClr>
              <a:buSzPts val="1600"/>
              <a:buChar char="–"/>
              <a:defRPr sz="1600"/>
            </a:lvl4pPr>
            <a:lvl5pPr indent="-330200" lvl="4" marL="2286000" algn="l">
              <a:lnSpc>
                <a:spcPct val="100000"/>
              </a:lnSpc>
              <a:spcBef>
                <a:spcPts val="320"/>
              </a:spcBef>
              <a:spcAft>
                <a:spcPts val="0"/>
              </a:spcAft>
              <a:buClr>
                <a:schemeClr val="dk2"/>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34" name="Google Shape;34;p17"/>
          <p:cNvSpPr txBox="1"/>
          <p:nvPr>
            <p:ph idx="3" type="body"/>
          </p:nvPr>
        </p:nvSpPr>
        <p:spPr>
          <a:xfrm>
            <a:off x="4645026" y="1151335"/>
            <a:ext cx="4041775" cy="47982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20"/>
              </a:spcBef>
              <a:spcAft>
                <a:spcPts val="0"/>
              </a:spcAft>
              <a:buClr>
                <a:schemeClr val="dk2"/>
              </a:buClr>
              <a:buSzPts val="2100"/>
              <a:buNone/>
              <a:defRPr b="1" sz="2100"/>
            </a:lvl1pPr>
            <a:lvl2pPr indent="-228600" lvl="1" marL="914400" algn="l">
              <a:lnSpc>
                <a:spcPct val="100000"/>
              </a:lnSpc>
              <a:spcBef>
                <a:spcPts val="400"/>
              </a:spcBef>
              <a:spcAft>
                <a:spcPts val="0"/>
              </a:spcAft>
              <a:buClr>
                <a:schemeClr val="dk2"/>
              </a:buClr>
              <a:buSzPts val="2000"/>
              <a:buNone/>
              <a:defRPr b="1" sz="2000"/>
            </a:lvl2pPr>
            <a:lvl3pPr indent="-228600" lvl="2" marL="1371600" algn="l">
              <a:lnSpc>
                <a:spcPct val="100000"/>
              </a:lnSpc>
              <a:spcBef>
                <a:spcPts val="360"/>
              </a:spcBef>
              <a:spcAft>
                <a:spcPts val="0"/>
              </a:spcAft>
              <a:buClr>
                <a:schemeClr val="dk2"/>
              </a:buClr>
              <a:buSzPts val="1800"/>
              <a:buNone/>
              <a:defRPr b="1" sz="1800"/>
            </a:lvl3pPr>
            <a:lvl4pPr indent="-228600" lvl="3" marL="1828800" algn="l">
              <a:lnSpc>
                <a:spcPct val="100000"/>
              </a:lnSpc>
              <a:spcBef>
                <a:spcPts val="320"/>
              </a:spcBef>
              <a:spcAft>
                <a:spcPts val="0"/>
              </a:spcAft>
              <a:buClr>
                <a:schemeClr val="dk2"/>
              </a:buClr>
              <a:buSzPts val="1600"/>
              <a:buNone/>
              <a:defRPr b="1" sz="1600"/>
            </a:lvl4pPr>
            <a:lvl5pPr indent="-228600" lvl="4" marL="2286000" algn="l">
              <a:lnSpc>
                <a:spcPct val="100000"/>
              </a:lnSpc>
              <a:spcBef>
                <a:spcPts val="320"/>
              </a:spcBef>
              <a:spcAft>
                <a:spcPts val="0"/>
              </a:spcAft>
              <a:buClr>
                <a:schemeClr val="dk2"/>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5" name="Google Shape;35;p17"/>
          <p:cNvSpPr txBox="1"/>
          <p:nvPr>
            <p:ph idx="4" type="body"/>
          </p:nvPr>
        </p:nvSpPr>
        <p:spPr>
          <a:xfrm>
            <a:off x="4645026" y="1631156"/>
            <a:ext cx="4041775" cy="2693194"/>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2"/>
              </a:buClr>
              <a:buSzPts val="2400"/>
              <a:buChar char="•"/>
              <a:defRPr sz="2400"/>
            </a:lvl1pPr>
            <a:lvl2pPr indent="-355600" lvl="1" marL="914400" algn="l">
              <a:lnSpc>
                <a:spcPct val="100000"/>
              </a:lnSpc>
              <a:spcBef>
                <a:spcPts val="400"/>
              </a:spcBef>
              <a:spcAft>
                <a:spcPts val="0"/>
              </a:spcAft>
              <a:buClr>
                <a:schemeClr val="dk2"/>
              </a:buClr>
              <a:buSzPts val="2000"/>
              <a:buChar char="–"/>
              <a:defRPr sz="2000"/>
            </a:lvl2pPr>
            <a:lvl3pPr indent="-342900" lvl="2" marL="1371600" algn="l">
              <a:lnSpc>
                <a:spcPct val="100000"/>
              </a:lnSpc>
              <a:spcBef>
                <a:spcPts val="360"/>
              </a:spcBef>
              <a:spcAft>
                <a:spcPts val="0"/>
              </a:spcAft>
              <a:buClr>
                <a:schemeClr val="dk2"/>
              </a:buClr>
              <a:buSzPts val="1800"/>
              <a:buChar char="•"/>
              <a:defRPr sz="1800"/>
            </a:lvl3pPr>
            <a:lvl4pPr indent="-330200" lvl="3" marL="1828800" algn="l">
              <a:lnSpc>
                <a:spcPct val="100000"/>
              </a:lnSpc>
              <a:spcBef>
                <a:spcPts val="320"/>
              </a:spcBef>
              <a:spcAft>
                <a:spcPts val="0"/>
              </a:spcAft>
              <a:buClr>
                <a:schemeClr val="dk2"/>
              </a:buClr>
              <a:buSzPts val="1600"/>
              <a:buChar char="–"/>
              <a:defRPr sz="1600"/>
            </a:lvl4pPr>
            <a:lvl5pPr indent="-330200" lvl="4" marL="2286000" algn="l">
              <a:lnSpc>
                <a:spcPct val="100000"/>
              </a:lnSpc>
              <a:spcBef>
                <a:spcPts val="320"/>
              </a:spcBef>
              <a:spcAft>
                <a:spcPts val="0"/>
              </a:spcAft>
              <a:buClr>
                <a:schemeClr val="dk2"/>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36" name="Google Shape;36;p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19"/>
          <p:cNvSpPr txBox="1"/>
          <p:nvPr>
            <p:ph type="title"/>
          </p:nvPr>
        </p:nvSpPr>
        <p:spPr>
          <a:xfrm>
            <a:off x="722313" y="3011090"/>
            <a:ext cx="7772400" cy="1021556"/>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2"/>
              </a:buClr>
              <a:buSzPts val="3600"/>
              <a:buFont typeface="Arial"/>
              <a:buNone/>
              <a:defRPr b="0" sz="36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9"/>
          <p:cNvSpPr txBox="1"/>
          <p:nvPr>
            <p:ph idx="1" type="body"/>
          </p:nvPr>
        </p:nvSpPr>
        <p:spPr>
          <a:xfrm>
            <a:off x="722313" y="1885950"/>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595959"/>
              </a:buClr>
              <a:buSzPts val="2000"/>
              <a:buNone/>
              <a:defRPr sz="2000">
                <a:solidFill>
                  <a:srgbClr val="595959"/>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40" name="Google Shape;40;p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59595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59595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59595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59595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59595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59595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59595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59595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2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0"/>
          <p:cNvSpPr txBox="1"/>
          <p:nvPr>
            <p:ph idx="1" type="body"/>
          </p:nvPr>
        </p:nvSpPr>
        <p:spPr>
          <a:xfrm>
            <a:off x="457200" y="1200151"/>
            <a:ext cx="4038600" cy="3124199"/>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2"/>
              </a:buClr>
              <a:buSzPts val="2800"/>
              <a:buChar char="•"/>
              <a:defRPr sz="2800"/>
            </a:lvl1pPr>
            <a:lvl2pPr indent="-381000" lvl="1" marL="914400" algn="l">
              <a:lnSpc>
                <a:spcPct val="100000"/>
              </a:lnSpc>
              <a:spcBef>
                <a:spcPts val="480"/>
              </a:spcBef>
              <a:spcAft>
                <a:spcPts val="0"/>
              </a:spcAft>
              <a:buClr>
                <a:schemeClr val="dk2"/>
              </a:buClr>
              <a:buSzPts val="2400"/>
              <a:buChar char="–"/>
              <a:defRPr sz="2400"/>
            </a:lvl2pPr>
            <a:lvl3pPr indent="-355600" lvl="2" marL="1371600" algn="l">
              <a:lnSpc>
                <a:spcPct val="100000"/>
              </a:lnSpc>
              <a:spcBef>
                <a:spcPts val="400"/>
              </a:spcBef>
              <a:spcAft>
                <a:spcPts val="0"/>
              </a:spcAft>
              <a:buClr>
                <a:schemeClr val="dk2"/>
              </a:buClr>
              <a:buSzPts val="2000"/>
              <a:buChar char="•"/>
              <a:defRPr sz="2000"/>
            </a:lvl3pPr>
            <a:lvl4pPr indent="-342900" lvl="3" marL="1828800" algn="l">
              <a:lnSpc>
                <a:spcPct val="100000"/>
              </a:lnSpc>
              <a:spcBef>
                <a:spcPts val="360"/>
              </a:spcBef>
              <a:spcAft>
                <a:spcPts val="0"/>
              </a:spcAft>
              <a:buClr>
                <a:schemeClr val="dk2"/>
              </a:buClr>
              <a:buSzPts val="1800"/>
              <a:buChar char="–"/>
              <a:defRPr sz="1800"/>
            </a:lvl4pPr>
            <a:lvl5pPr indent="-342900" lvl="4" marL="2286000" algn="l">
              <a:lnSpc>
                <a:spcPct val="100000"/>
              </a:lnSpc>
              <a:spcBef>
                <a:spcPts val="360"/>
              </a:spcBef>
              <a:spcAft>
                <a:spcPts val="0"/>
              </a:spcAft>
              <a:buClr>
                <a:schemeClr val="dk2"/>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4" name="Google Shape;44;p20"/>
          <p:cNvSpPr txBox="1"/>
          <p:nvPr>
            <p:ph idx="2" type="body"/>
          </p:nvPr>
        </p:nvSpPr>
        <p:spPr>
          <a:xfrm>
            <a:off x="4648200" y="1200151"/>
            <a:ext cx="4038600" cy="3124199"/>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2"/>
              </a:buClr>
              <a:buSzPts val="2800"/>
              <a:buChar char="•"/>
              <a:defRPr sz="2800"/>
            </a:lvl1pPr>
            <a:lvl2pPr indent="-381000" lvl="1" marL="914400" algn="l">
              <a:lnSpc>
                <a:spcPct val="100000"/>
              </a:lnSpc>
              <a:spcBef>
                <a:spcPts val="480"/>
              </a:spcBef>
              <a:spcAft>
                <a:spcPts val="0"/>
              </a:spcAft>
              <a:buClr>
                <a:schemeClr val="dk2"/>
              </a:buClr>
              <a:buSzPts val="2400"/>
              <a:buChar char="–"/>
              <a:defRPr sz="2400"/>
            </a:lvl2pPr>
            <a:lvl3pPr indent="-355600" lvl="2" marL="1371600" algn="l">
              <a:lnSpc>
                <a:spcPct val="100000"/>
              </a:lnSpc>
              <a:spcBef>
                <a:spcPts val="400"/>
              </a:spcBef>
              <a:spcAft>
                <a:spcPts val="0"/>
              </a:spcAft>
              <a:buClr>
                <a:schemeClr val="dk2"/>
              </a:buClr>
              <a:buSzPts val="2000"/>
              <a:buChar char="•"/>
              <a:defRPr sz="2000"/>
            </a:lvl3pPr>
            <a:lvl4pPr indent="-342900" lvl="3" marL="1828800" algn="l">
              <a:lnSpc>
                <a:spcPct val="100000"/>
              </a:lnSpc>
              <a:spcBef>
                <a:spcPts val="360"/>
              </a:spcBef>
              <a:spcAft>
                <a:spcPts val="0"/>
              </a:spcAft>
              <a:buClr>
                <a:schemeClr val="dk2"/>
              </a:buClr>
              <a:buSzPts val="1800"/>
              <a:buChar char="–"/>
              <a:defRPr sz="1800"/>
            </a:lvl4pPr>
            <a:lvl5pPr indent="-342900" lvl="4" marL="2286000" algn="l">
              <a:lnSpc>
                <a:spcPct val="100000"/>
              </a:lnSpc>
              <a:spcBef>
                <a:spcPts val="360"/>
              </a:spcBef>
              <a:spcAft>
                <a:spcPts val="0"/>
              </a:spcAft>
              <a:buClr>
                <a:schemeClr val="dk2"/>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5" name="Google Shape;45;p2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6" name="Shape 46"/>
        <p:cNvGrpSpPr/>
        <p:nvPr/>
      </p:nvGrpSpPr>
      <p:grpSpPr>
        <a:xfrm>
          <a:off x="0" y="0"/>
          <a:ext cx="0" cy="0"/>
          <a:chOff x="0" y="0"/>
          <a:chExt cx="0" cy="0"/>
        </a:xfrm>
      </p:grpSpPr>
      <p:sp>
        <p:nvSpPr>
          <p:cNvPr id="47" name="Google Shape;47;p2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9" name="Shape 49"/>
        <p:cNvGrpSpPr/>
        <p:nvPr/>
      </p:nvGrpSpPr>
      <p:grpSpPr>
        <a:xfrm>
          <a:off x="0" y="0"/>
          <a:ext cx="0" cy="0"/>
          <a:chOff x="0" y="0"/>
          <a:chExt cx="0" cy="0"/>
        </a:xfrm>
      </p:grpSpPr>
      <p:sp>
        <p:nvSpPr>
          <p:cNvPr id="50" name="Google Shape;50;p2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4"/>
          <p:cNvSpPr/>
          <p:nvPr>
            <p:ph idx="2" type="pic"/>
          </p:nvPr>
        </p:nvSpPr>
        <p:spPr>
          <a:xfrm>
            <a:off x="1792288" y="459581"/>
            <a:ext cx="5486400" cy="3086100"/>
          </a:xfrm>
          <a:prstGeom prst="rect">
            <a:avLst/>
          </a:prstGeom>
          <a:noFill/>
          <a:ln>
            <a:noFill/>
          </a:ln>
        </p:spPr>
      </p:sp>
      <p:sp>
        <p:nvSpPr>
          <p:cNvPr id="52" name="Google Shape;52;p24"/>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2"/>
              </a:buClr>
              <a:buSzPts val="1400"/>
              <a:buNone/>
              <a:defRPr sz="1400"/>
            </a:lvl1pPr>
            <a:lvl2pPr indent="-228600" lvl="1" marL="914400" algn="l">
              <a:lnSpc>
                <a:spcPct val="100000"/>
              </a:lnSpc>
              <a:spcBef>
                <a:spcPts val="240"/>
              </a:spcBef>
              <a:spcAft>
                <a:spcPts val="0"/>
              </a:spcAft>
              <a:buClr>
                <a:schemeClr val="dk2"/>
              </a:buClr>
              <a:buSzPts val="1200"/>
              <a:buNone/>
              <a:defRPr sz="1200"/>
            </a:lvl2pPr>
            <a:lvl3pPr indent="-228600" lvl="2" marL="1371600" algn="l">
              <a:lnSpc>
                <a:spcPct val="100000"/>
              </a:lnSpc>
              <a:spcBef>
                <a:spcPts val="200"/>
              </a:spcBef>
              <a:spcAft>
                <a:spcPts val="0"/>
              </a:spcAft>
              <a:buClr>
                <a:schemeClr val="dk2"/>
              </a:buClr>
              <a:buSzPts val="1000"/>
              <a:buNone/>
              <a:defRPr sz="1000"/>
            </a:lvl3pPr>
            <a:lvl4pPr indent="-228600" lvl="3" marL="1828800" algn="l">
              <a:lnSpc>
                <a:spcPct val="100000"/>
              </a:lnSpc>
              <a:spcBef>
                <a:spcPts val="180"/>
              </a:spcBef>
              <a:spcAft>
                <a:spcPts val="0"/>
              </a:spcAft>
              <a:buClr>
                <a:schemeClr val="dk2"/>
              </a:buClr>
              <a:buSzPts val="900"/>
              <a:buNone/>
              <a:defRPr sz="900"/>
            </a:lvl4pPr>
            <a:lvl5pPr indent="-228600" lvl="4" marL="2286000" algn="l">
              <a:lnSpc>
                <a:spcPct val="100000"/>
              </a:lnSpc>
              <a:spcBef>
                <a:spcPts val="180"/>
              </a:spcBef>
              <a:spcAft>
                <a:spcPts val="0"/>
              </a:spcAft>
              <a:buClr>
                <a:schemeClr val="dk2"/>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3" name="Google Shape;53;p2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4" name="Shape 54"/>
        <p:cNvGrpSpPr/>
        <p:nvPr/>
      </p:nvGrpSpPr>
      <p:grpSpPr>
        <a:xfrm>
          <a:off x="0" y="0"/>
          <a:ext cx="0" cy="0"/>
          <a:chOff x="0" y="0"/>
          <a:chExt cx="0" cy="0"/>
        </a:xfrm>
      </p:grpSpPr>
      <p:sp>
        <p:nvSpPr>
          <p:cNvPr id="55" name="Google Shape;55;p2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 type="body"/>
          </p:nvPr>
        </p:nvSpPr>
        <p:spPr>
          <a:xfrm rot="5400000">
            <a:off x="2874764" y="-1217413"/>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2"/>
              </a:buClr>
              <a:buSzPts val="1800"/>
              <a:buChar char="•"/>
              <a:defRPr/>
            </a:lvl1pPr>
            <a:lvl2pPr indent="-342900" lvl="1" marL="914400" algn="l">
              <a:lnSpc>
                <a:spcPct val="100000"/>
              </a:lnSpc>
              <a:spcBef>
                <a:spcPts val="360"/>
              </a:spcBef>
              <a:spcAft>
                <a:spcPts val="0"/>
              </a:spcAft>
              <a:buClr>
                <a:schemeClr val="dk2"/>
              </a:buClr>
              <a:buSzPts val="1800"/>
              <a:buChar char="–"/>
              <a:defRPr/>
            </a:lvl2pPr>
            <a:lvl3pPr indent="-342900" lvl="2" marL="1371600" algn="l">
              <a:lnSpc>
                <a:spcPct val="100000"/>
              </a:lnSpc>
              <a:spcBef>
                <a:spcPts val="360"/>
              </a:spcBef>
              <a:spcAft>
                <a:spcPts val="0"/>
              </a:spcAft>
              <a:buClr>
                <a:schemeClr val="dk2"/>
              </a:buClr>
              <a:buSzPts val="1800"/>
              <a:buChar char="•"/>
              <a:defRPr/>
            </a:lvl3pPr>
            <a:lvl4pPr indent="-342900" lvl="3" marL="1828800" algn="l">
              <a:lnSpc>
                <a:spcPct val="100000"/>
              </a:lnSpc>
              <a:spcBef>
                <a:spcPts val="360"/>
              </a:spcBef>
              <a:spcAft>
                <a:spcPts val="0"/>
              </a:spcAft>
              <a:buClr>
                <a:schemeClr val="dk2"/>
              </a:buClr>
              <a:buSzPts val="1800"/>
              <a:buChar char="–"/>
              <a:defRPr/>
            </a:lvl4pPr>
            <a:lvl5pPr indent="-342900" lvl="4" marL="2286000" algn="l">
              <a:lnSpc>
                <a:spcPct val="100000"/>
              </a:lnSpc>
              <a:spcBef>
                <a:spcPts val="360"/>
              </a:spcBef>
              <a:spcAft>
                <a:spcPts val="0"/>
              </a:spcAft>
              <a:buClr>
                <a:schemeClr val="dk2"/>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7" name="Google Shape;57;p2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8" name="Shape 58"/>
        <p:cNvGrpSpPr/>
        <p:nvPr/>
      </p:nvGrpSpPr>
      <p:grpSpPr>
        <a:xfrm>
          <a:off x="0" y="0"/>
          <a:ext cx="0" cy="0"/>
          <a:chOff x="0" y="0"/>
          <a:chExt cx="0" cy="0"/>
        </a:xfrm>
      </p:grpSpPr>
      <p:sp>
        <p:nvSpPr>
          <p:cNvPr id="59" name="Google Shape;59;p26"/>
          <p:cNvSpPr txBox="1"/>
          <p:nvPr>
            <p:ph type="title"/>
          </p:nvPr>
        </p:nvSpPr>
        <p:spPr>
          <a:xfrm rot="5400000">
            <a:off x="5463778" y="1371601"/>
            <a:ext cx="4388644" cy="20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p:nvPr>
            <p:ph idx="1" type="body"/>
          </p:nvPr>
        </p:nvSpPr>
        <p:spPr>
          <a:xfrm rot="5400000">
            <a:off x="1272778" y="-609599"/>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2"/>
              </a:buClr>
              <a:buSzPts val="1800"/>
              <a:buChar char="•"/>
              <a:defRPr/>
            </a:lvl1pPr>
            <a:lvl2pPr indent="-342900" lvl="1" marL="914400" algn="l">
              <a:lnSpc>
                <a:spcPct val="100000"/>
              </a:lnSpc>
              <a:spcBef>
                <a:spcPts val="360"/>
              </a:spcBef>
              <a:spcAft>
                <a:spcPts val="0"/>
              </a:spcAft>
              <a:buClr>
                <a:schemeClr val="dk2"/>
              </a:buClr>
              <a:buSzPts val="1800"/>
              <a:buChar char="–"/>
              <a:defRPr/>
            </a:lvl2pPr>
            <a:lvl3pPr indent="-342900" lvl="2" marL="1371600" algn="l">
              <a:lnSpc>
                <a:spcPct val="100000"/>
              </a:lnSpc>
              <a:spcBef>
                <a:spcPts val="360"/>
              </a:spcBef>
              <a:spcAft>
                <a:spcPts val="0"/>
              </a:spcAft>
              <a:buClr>
                <a:schemeClr val="dk2"/>
              </a:buClr>
              <a:buSzPts val="1800"/>
              <a:buChar char="•"/>
              <a:defRPr/>
            </a:lvl3pPr>
            <a:lvl4pPr indent="-342900" lvl="3" marL="1828800" algn="l">
              <a:lnSpc>
                <a:spcPct val="100000"/>
              </a:lnSpc>
              <a:spcBef>
                <a:spcPts val="360"/>
              </a:spcBef>
              <a:spcAft>
                <a:spcPts val="0"/>
              </a:spcAft>
              <a:buClr>
                <a:schemeClr val="dk2"/>
              </a:buClr>
              <a:buSzPts val="1800"/>
              <a:buChar char="–"/>
              <a:defRPr/>
            </a:lvl4pPr>
            <a:lvl5pPr indent="-342900" lvl="4" marL="2286000" algn="l">
              <a:lnSpc>
                <a:spcPct val="100000"/>
              </a:lnSpc>
              <a:spcBef>
                <a:spcPts val="360"/>
              </a:spcBef>
              <a:spcAft>
                <a:spcPts val="0"/>
              </a:spcAft>
              <a:buClr>
                <a:schemeClr val="dk2"/>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1" name="Google Shape;61;p2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2"/>
              </a:buClr>
              <a:buSzPts val="3400"/>
              <a:buFont typeface="Arial"/>
              <a:buNone/>
              <a:defRPr b="0" i="0" sz="34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5"/>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2"/>
              </a:buClr>
              <a:buSzPts val="3200"/>
              <a:buFont typeface="Arial"/>
              <a:buChar char="•"/>
              <a:defRPr b="0" i="0" sz="3200" u="none" cap="none" strike="noStrike">
                <a:solidFill>
                  <a:schemeClr val="dk2"/>
                </a:solidFill>
                <a:latin typeface="Arial"/>
                <a:ea typeface="Arial"/>
                <a:cs typeface="Arial"/>
                <a:sym typeface="Arial"/>
              </a:defRPr>
            </a:lvl1pPr>
            <a:lvl2pPr indent="-406400" lvl="1" marL="914400" marR="0" rtl="0" algn="l">
              <a:lnSpc>
                <a:spcPct val="100000"/>
              </a:lnSpc>
              <a:spcBef>
                <a:spcPts val="560"/>
              </a:spcBef>
              <a:spcAft>
                <a:spcPts val="0"/>
              </a:spcAft>
              <a:buClr>
                <a:schemeClr val="dk2"/>
              </a:buClr>
              <a:buSzPts val="2800"/>
              <a:buFont typeface="Arial"/>
              <a:buChar char="–"/>
              <a:defRPr b="0" i="0" sz="2800" u="none" cap="none" strike="noStrike">
                <a:solidFill>
                  <a:schemeClr val="dk2"/>
                </a:solidFill>
                <a:latin typeface="Arial"/>
                <a:ea typeface="Arial"/>
                <a:cs typeface="Arial"/>
                <a:sym typeface="Arial"/>
              </a:defRPr>
            </a:lvl2pPr>
            <a:lvl3pPr indent="-381000" lvl="2" marL="1371600" marR="0" rtl="0" algn="l">
              <a:lnSpc>
                <a:spcPct val="100000"/>
              </a:lnSpc>
              <a:spcBef>
                <a:spcPts val="48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3pPr>
            <a:lvl4pPr indent="-355600" lvl="3" marL="1828800" marR="0" rtl="0" algn="l">
              <a:lnSpc>
                <a:spcPct val="100000"/>
              </a:lnSpc>
              <a:spcBef>
                <a:spcPts val="400"/>
              </a:spcBef>
              <a:spcAft>
                <a:spcPts val="0"/>
              </a:spcAft>
              <a:buClr>
                <a:schemeClr val="dk2"/>
              </a:buClr>
              <a:buSzPts val="2000"/>
              <a:buFont typeface="Arial"/>
              <a:buChar char="–"/>
              <a:defRPr b="0" i="0" sz="2000" u="none" cap="none" strike="noStrike">
                <a:solidFill>
                  <a:schemeClr val="dk2"/>
                </a:solidFill>
                <a:latin typeface="Arial"/>
                <a:ea typeface="Arial"/>
                <a:cs typeface="Arial"/>
                <a:sym typeface="Arial"/>
              </a:defRPr>
            </a:lvl4pPr>
            <a:lvl5pPr indent="-355600" lvl="4" marL="2286000" marR="0" rtl="0" algn="l">
              <a:lnSpc>
                <a:spcPct val="100000"/>
              </a:lnSpc>
              <a:spcBef>
                <a:spcPts val="400"/>
              </a:spcBef>
              <a:spcAft>
                <a:spcPts val="0"/>
              </a:spcAft>
              <a:buClr>
                <a:schemeClr val="dk2"/>
              </a:buClr>
              <a:buSzPts val="2000"/>
              <a:buFont typeface="Arial"/>
              <a:buChar char="»"/>
              <a:defRPr b="0" i="0" sz="2000" u="none" cap="none" strike="noStrike">
                <a:solidFill>
                  <a:schemeClr val="dk2"/>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15"/>
          <p:cNvSpPr txBox="1"/>
          <p:nvPr/>
        </p:nvSpPr>
        <p:spPr>
          <a:xfrm>
            <a:off x="5410200" y="4552950"/>
            <a:ext cx="3581400" cy="3810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Times New Roman"/>
              <a:buNone/>
            </a:pPr>
            <a:r>
              <a:t/>
            </a:r>
            <a:endParaRPr b="0" i="0" sz="900" u="none" cap="none" strike="noStrike">
              <a:solidFill>
                <a:schemeClr val="lt1"/>
              </a:solidFill>
              <a:latin typeface="Arial"/>
              <a:ea typeface="Arial"/>
              <a:cs typeface="Arial"/>
              <a:sym typeface="Arial"/>
            </a:endParaRPr>
          </a:p>
        </p:txBody>
      </p:sp>
      <p:pic>
        <p:nvPicPr>
          <p:cNvPr id="13" name="Google Shape;13;p15"/>
          <p:cNvPicPr preferRelativeResize="0"/>
          <p:nvPr/>
        </p:nvPicPr>
        <p:blipFill rotWithShape="1">
          <a:blip r:embed="rId2">
            <a:alphaModFix/>
          </a:blip>
          <a:srcRect b="0" l="16710" r="0" t="0"/>
          <a:stretch/>
        </p:blipFill>
        <p:spPr>
          <a:xfrm>
            <a:off x="685800" y="4522146"/>
            <a:ext cx="2514600" cy="553382"/>
          </a:xfrm>
          <a:prstGeom prst="rect">
            <a:avLst/>
          </a:prstGeom>
          <a:noFill/>
          <a:ln>
            <a:noFill/>
          </a:ln>
        </p:spPr>
      </p:pic>
      <p:sp>
        <p:nvSpPr>
          <p:cNvPr id="14" name="Google Shape;14;p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jpg"/><Relationship Id="rId4" Type="http://schemas.openxmlformats.org/officeDocument/2006/relationships/image" Target="../media/image18.png"/><Relationship Id="rId9" Type="http://schemas.openxmlformats.org/officeDocument/2006/relationships/image" Target="../media/image21.png"/><Relationship Id="rId5" Type="http://schemas.openxmlformats.org/officeDocument/2006/relationships/image" Target="../media/image23.png"/><Relationship Id="rId6" Type="http://schemas.openxmlformats.org/officeDocument/2006/relationships/image" Target="../media/image20.png"/><Relationship Id="rId7" Type="http://schemas.openxmlformats.org/officeDocument/2006/relationships/image" Target="../media/image22.png"/><Relationship Id="rId8"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10.jpg"/><Relationship Id="rId5" Type="http://schemas.openxmlformats.org/officeDocument/2006/relationships/image" Target="../media/image19.png"/><Relationship Id="rId6" Type="http://schemas.openxmlformats.org/officeDocument/2006/relationships/image" Target="../media/image11.png"/><Relationship Id="rId7"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0.jpg"/><Relationship Id="rId4" Type="http://schemas.openxmlformats.org/officeDocument/2006/relationships/image" Target="../media/image25.png"/><Relationship Id="rId5" Type="http://schemas.openxmlformats.org/officeDocument/2006/relationships/image" Target="../media/image13.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6" name="Shape 66"/>
        <p:cNvGrpSpPr/>
        <p:nvPr/>
      </p:nvGrpSpPr>
      <p:grpSpPr>
        <a:xfrm>
          <a:off x="0" y="0"/>
          <a:ext cx="0" cy="0"/>
          <a:chOff x="0" y="0"/>
          <a:chExt cx="0" cy="0"/>
        </a:xfrm>
      </p:grpSpPr>
      <p:sp>
        <p:nvSpPr>
          <p:cNvPr id="67" name="Google Shape;67;h58601d51402da372_0_52"/>
          <p:cNvSpPr txBox="1"/>
          <p:nvPr>
            <p:ph idx="1" type="body"/>
          </p:nvPr>
        </p:nvSpPr>
        <p:spPr>
          <a:xfrm>
            <a:off x="17850" y="3474575"/>
            <a:ext cx="9108300" cy="981000"/>
          </a:xfrm>
          <a:prstGeom prst="rect">
            <a:avLst/>
          </a:prstGeom>
          <a:noFill/>
          <a:ln>
            <a:noFill/>
          </a:ln>
        </p:spPr>
        <p:txBody>
          <a:bodyPr anchorCtr="0" anchor="t" bIns="45700" lIns="91425" spcFirstLastPara="1" rIns="91425" wrap="square" tIns="45700">
            <a:normAutofit/>
          </a:bodyPr>
          <a:lstStyle/>
          <a:p>
            <a:pPr indent="0" lvl="0" marL="0" rtl="0" algn="ctr">
              <a:lnSpc>
                <a:spcPct val="115000"/>
              </a:lnSpc>
              <a:spcBef>
                <a:spcPts val="0"/>
              </a:spcBef>
              <a:spcAft>
                <a:spcPts val="0"/>
              </a:spcAft>
              <a:buNone/>
            </a:pPr>
            <a:r>
              <a:rPr lang="en-US" sz="2500">
                <a:solidFill>
                  <a:srgbClr val="F1C232"/>
                </a:solidFill>
              </a:rPr>
              <a:t>Classroom Adaptive Sensory Tactile Learning Environment</a:t>
            </a:r>
            <a:endParaRPr sz="2500">
              <a:solidFill>
                <a:srgbClr val="F1C232"/>
              </a:solidFill>
            </a:endParaRPr>
          </a:p>
          <a:p>
            <a:pPr indent="0" lvl="0" marL="0" rtl="0" algn="ctr">
              <a:lnSpc>
                <a:spcPct val="115000"/>
              </a:lnSpc>
              <a:spcBef>
                <a:spcPts val="0"/>
              </a:spcBef>
              <a:spcAft>
                <a:spcPts val="0"/>
              </a:spcAft>
              <a:buNone/>
            </a:pPr>
            <a:r>
              <a:rPr i="1" lang="en-US" sz="1800">
                <a:solidFill>
                  <a:schemeClr val="lt1"/>
                </a:solidFill>
              </a:rPr>
              <a:t>Brahm Kesterson, Jacob Ferguson, Alec Bailey, Joe Ryan, Kinley O’Dell</a:t>
            </a:r>
            <a:endParaRPr i="1" sz="1800">
              <a:solidFill>
                <a:schemeClr val="lt1"/>
              </a:solidFill>
            </a:endParaRPr>
          </a:p>
        </p:txBody>
      </p:sp>
      <p:sp>
        <p:nvSpPr>
          <p:cNvPr id="68" name="Google Shape;68;h58601d51402da372_0_5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solidFill>
                  <a:srgbClr val="F1C232"/>
                </a:solidFill>
              </a:rPr>
              <a:t>‹#›</a:t>
            </a:fld>
            <a:endParaRPr>
              <a:solidFill>
                <a:srgbClr val="F1C232"/>
              </a:solidFill>
            </a:endParaRPr>
          </a:p>
        </p:txBody>
      </p:sp>
      <p:sp>
        <p:nvSpPr>
          <p:cNvPr id="69" name="Google Shape;69;h58601d51402da372_0_52"/>
          <p:cNvSpPr txBox="1"/>
          <p:nvPr>
            <p:ph type="title"/>
          </p:nvPr>
        </p:nvSpPr>
        <p:spPr>
          <a:xfrm>
            <a:off x="17863" y="142500"/>
            <a:ext cx="8962500" cy="857400"/>
          </a:xfrm>
          <a:prstGeom prst="rect">
            <a:avLst/>
          </a:prstGeom>
        </p:spPr>
        <p:txBody>
          <a:bodyPr anchorCtr="0" anchor="ctr" bIns="45700" lIns="91425" spcFirstLastPara="1" rIns="91425" wrap="square" tIns="45700">
            <a:noAutofit/>
          </a:bodyPr>
          <a:lstStyle/>
          <a:p>
            <a:pPr indent="0" lvl="0" marL="457200" rtl="0" algn="l">
              <a:spcBef>
                <a:spcPts val="0"/>
              </a:spcBef>
              <a:spcAft>
                <a:spcPts val="0"/>
              </a:spcAft>
              <a:buClr>
                <a:schemeClr val="dk1"/>
              </a:buClr>
              <a:buSzPts val="1100"/>
              <a:buFont typeface="Arial"/>
              <a:buNone/>
            </a:pPr>
            <a:r>
              <a:rPr lang="en-US">
                <a:solidFill>
                  <a:srgbClr val="F1C232"/>
                </a:solidFill>
              </a:rPr>
              <a:t>Software Requirements Specifications</a:t>
            </a:r>
            <a:endParaRPr>
              <a:solidFill>
                <a:schemeClr val="lt1"/>
              </a:solidFill>
            </a:endParaRPr>
          </a:p>
        </p:txBody>
      </p:sp>
      <p:pic>
        <p:nvPicPr>
          <p:cNvPr id="70" name="Google Shape;70;h58601d51402da372_0_52"/>
          <p:cNvPicPr preferRelativeResize="0"/>
          <p:nvPr/>
        </p:nvPicPr>
        <p:blipFill>
          <a:blip r:embed="rId4">
            <a:alphaModFix/>
          </a:blip>
          <a:stretch>
            <a:fillRect/>
          </a:stretch>
        </p:blipFill>
        <p:spPr>
          <a:xfrm>
            <a:off x="2024126" y="1310040"/>
            <a:ext cx="4950000" cy="18543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 name="Shape 75"/>
        <p:cNvGrpSpPr/>
        <p:nvPr/>
      </p:nvGrpSpPr>
      <p:grpSpPr>
        <a:xfrm>
          <a:off x="0" y="0"/>
          <a:ext cx="0" cy="0"/>
          <a:chOff x="0" y="0"/>
          <a:chExt cx="0" cy="0"/>
        </a:xfrm>
      </p:grpSpPr>
      <p:sp>
        <p:nvSpPr>
          <p:cNvPr id="76" name="Google Shape;76;p1"/>
          <p:cNvSpPr txBox="1"/>
          <p:nvPr>
            <p:ph idx="1" type="body"/>
          </p:nvPr>
        </p:nvSpPr>
        <p:spPr>
          <a:xfrm>
            <a:off x="457200" y="1221025"/>
            <a:ext cx="8229600" cy="2934300"/>
          </a:xfrm>
          <a:prstGeom prst="rect">
            <a:avLst/>
          </a:prstGeom>
        </p:spPr>
        <p:txBody>
          <a:bodyPr anchorCtr="0" anchor="t" bIns="45700" lIns="91425" spcFirstLastPara="1" rIns="91425" wrap="square" tIns="45700">
            <a:normAutofit/>
          </a:bodyPr>
          <a:lstStyle/>
          <a:p>
            <a:pPr indent="-419100" lvl="0" marL="457200" rtl="0" algn="l">
              <a:lnSpc>
                <a:spcPct val="115000"/>
              </a:lnSpc>
              <a:spcBef>
                <a:spcPts val="0"/>
              </a:spcBef>
              <a:spcAft>
                <a:spcPts val="0"/>
              </a:spcAft>
              <a:buClr>
                <a:srgbClr val="F1C232"/>
              </a:buClr>
              <a:buSzPts val="3000"/>
              <a:buChar char="●"/>
            </a:pPr>
            <a:r>
              <a:rPr lang="en-US">
                <a:solidFill>
                  <a:schemeClr val="lt1"/>
                </a:solidFill>
              </a:rPr>
              <a:t>Introduction</a:t>
            </a:r>
            <a:endParaRPr>
              <a:solidFill>
                <a:schemeClr val="lt1"/>
              </a:solidFill>
            </a:endParaRPr>
          </a:p>
          <a:p>
            <a:pPr indent="-419100" lvl="0" marL="457200" rtl="0" algn="l">
              <a:lnSpc>
                <a:spcPct val="115000"/>
              </a:lnSpc>
              <a:spcBef>
                <a:spcPts val="0"/>
              </a:spcBef>
              <a:spcAft>
                <a:spcPts val="0"/>
              </a:spcAft>
              <a:buClr>
                <a:srgbClr val="F1C232"/>
              </a:buClr>
              <a:buSzPts val="3000"/>
              <a:buChar char="●"/>
            </a:pPr>
            <a:r>
              <a:rPr lang="en-US">
                <a:solidFill>
                  <a:schemeClr val="lt1"/>
                </a:solidFill>
              </a:rPr>
              <a:t>Overall Description</a:t>
            </a:r>
            <a:endParaRPr>
              <a:solidFill>
                <a:schemeClr val="lt1"/>
              </a:solidFill>
            </a:endParaRPr>
          </a:p>
          <a:p>
            <a:pPr indent="-419100" lvl="0" marL="457200" rtl="0" algn="l">
              <a:lnSpc>
                <a:spcPct val="115000"/>
              </a:lnSpc>
              <a:spcBef>
                <a:spcPts val="0"/>
              </a:spcBef>
              <a:spcAft>
                <a:spcPts val="0"/>
              </a:spcAft>
              <a:buClr>
                <a:srgbClr val="F1C232"/>
              </a:buClr>
              <a:buSzPts val="3000"/>
              <a:buChar char="●"/>
            </a:pPr>
            <a:r>
              <a:rPr lang="en-US">
                <a:solidFill>
                  <a:schemeClr val="lt1"/>
                </a:solidFill>
              </a:rPr>
              <a:t>External Interface Requirements</a:t>
            </a:r>
            <a:endParaRPr>
              <a:solidFill>
                <a:schemeClr val="lt1"/>
              </a:solidFill>
            </a:endParaRPr>
          </a:p>
          <a:p>
            <a:pPr indent="-419100" lvl="0" marL="457200" rtl="0" algn="l">
              <a:lnSpc>
                <a:spcPct val="115000"/>
              </a:lnSpc>
              <a:spcBef>
                <a:spcPts val="0"/>
              </a:spcBef>
              <a:spcAft>
                <a:spcPts val="0"/>
              </a:spcAft>
              <a:buClr>
                <a:srgbClr val="F1C232"/>
              </a:buClr>
              <a:buSzPts val="3000"/>
              <a:buChar char="●"/>
            </a:pPr>
            <a:r>
              <a:rPr lang="en-US">
                <a:solidFill>
                  <a:schemeClr val="lt1"/>
                </a:solidFill>
              </a:rPr>
              <a:t>System Features</a:t>
            </a:r>
            <a:endParaRPr>
              <a:solidFill>
                <a:schemeClr val="lt1"/>
              </a:solidFill>
            </a:endParaRPr>
          </a:p>
          <a:p>
            <a:pPr indent="-419100" lvl="0" marL="457200" rtl="0" algn="l">
              <a:lnSpc>
                <a:spcPct val="115000"/>
              </a:lnSpc>
              <a:spcBef>
                <a:spcPts val="0"/>
              </a:spcBef>
              <a:spcAft>
                <a:spcPts val="0"/>
              </a:spcAft>
              <a:buClr>
                <a:srgbClr val="F1C232"/>
              </a:buClr>
              <a:buSzPts val="3000"/>
              <a:buChar char="●"/>
            </a:pPr>
            <a:r>
              <a:rPr lang="en-US">
                <a:solidFill>
                  <a:schemeClr val="lt1"/>
                </a:solidFill>
              </a:rPr>
              <a:t>Requirements</a:t>
            </a:r>
            <a:endParaRPr>
              <a:solidFill>
                <a:schemeClr val="lt1"/>
              </a:solidFill>
            </a:endParaRPr>
          </a:p>
        </p:txBody>
      </p:sp>
      <p:sp>
        <p:nvSpPr>
          <p:cNvPr id="77" name="Google Shape;77;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solidFill>
                  <a:srgbClr val="F1C232"/>
                </a:solidFill>
              </a:rPr>
              <a:t>‹#›</a:t>
            </a:fld>
            <a:endParaRPr>
              <a:solidFill>
                <a:srgbClr val="F1C232"/>
              </a:solidFill>
            </a:endParaRPr>
          </a:p>
        </p:txBody>
      </p:sp>
      <p:sp>
        <p:nvSpPr>
          <p:cNvPr id="78" name="Google Shape;78;p1"/>
          <p:cNvSpPr txBox="1"/>
          <p:nvPr>
            <p:ph type="title"/>
          </p:nvPr>
        </p:nvSpPr>
        <p:spPr>
          <a:xfrm>
            <a:off x="457200" y="205979"/>
            <a:ext cx="82296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rgbClr val="F1C232"/>
                </a:solidFill>
              </a:rPr>
              <a:t>Table of Contents</a:t>
            </a:r>
            <a:endParaRPr>
              <a:solidFill>
                <a:srgbClr val="F1C23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fbdb578144_0_0"/>
          <p:cNvSpPr txBox="1"/>
          <p:nvPr>
            <p:ph type="title"/>
          </p:nvPr>
        </p:nvSpPr>
        <p:spPr>
          <a:xfrm>
            <a:off x="2213550" y="1714350"/>
            <a:ext cx="64653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b="1" lang="en-US" sz="6400"/>
              <a:t>Introduction</a:t>
            </a:r>
            <a:endParaRPr b="1" sz="6400"/>
          </a:p>
        </p:txBody>
      </p:sp>
      <p:sp>
        <p:nvSpPr>
          <p:cNvPr id="85" name="Google Shape;85;g3fbdb578144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h2bbe9d0b7c574b56_2_8"/>
          <p:cNvSpPr txBox="1"/>
          <p:nvPr>
            <p:ph type="title"/>
          </p:nvPr>
        </p:nvSpPr>
        <p:spPr>
          <a:xfrm>
            <a:off x="457200" y="205979"/>
            <a:ext cx="82296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b="1" lang="en-US"/>
              <a:t>Purpose</a:t>
            </a:r>
            <a:endParaRPr b="1"/>
          </a:p>
        </p:txBody>
      </p:sp>
      <p:sp>
        <p:nvSpPr>
          <p:cNvPr id="92" name="Google Shape;92;h2bbe9d0b7c574b56_2_8"/>
          <p:cNvSpPr txBox="1"/>
          <p:nvPr>
            <p:ph idx="1" type="body"/>
          </p:nvPr>
        </p:nvSpPr>
        <p:spPr>
          <a:xfrm>
            <a:off x="457200" y="1200151"/>
            <a:ext cx="8229600" cy="3394500"/>
          </a:xfrm>
          <a:prstGeom prst="rect">
            <a:avLst/>
          </a:prstGeom>
        </p:spPr>
        <p:txBody>
          <a:bodyPr anchorCtr="0" anchor="t" bIns="45700" lIns="91425" spcFirstLastPara="1" rIns="91425" wrap="square" tIns="45700">
            <a:normAutofit/>
          </a:bodyPr>
          <a:lstStyle/>
          <a:p>
            <a:pPr indent="-419100" lvl="0" marL="457200" rtl="0" algn="l">
              <a:spcBef>
                <a:spcPts val="0"/>
              </a:spcBef>
              <a:spcAft>
                <a:spcPts val="0"/>
              </a:spcAft>
              <a:buSzPts val="3000"/>
              <a:buChar char="●"/>
            </a:pPr>
            <a:r>
              <a:rPr lang="en-US"/>
              <a:t>Provide a detailed description for Castle:</a:t>
            </a:r>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sp>
        <p:nvSpPr>
          <p:cNvPr id="93" name="Google Shape;93;h2bbe9d0b7c574b56_2_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
        <p:nvSpPr>
          <p:cNvPr id="94" name="Google Shape;94;h2bbe9d0b7c574b56_2_8"/>
          <p:cNvSpPr/>
          <p:nvPr/>
        </p:nvSpPr>
        <p:spPr>
          <a:xfrm>
            <a:off x="848525" y="1895250"/>
            <a:ext cx="2053800" cy="1720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100">
                <a:solidFill>
                  <a:schemeClr val="dk2"/>
                </a:solidFill>
              </a:rPr>
              <a:t>Functionality</a:t>
            </a:r>
            <a:r>
              <a:rPr b="1" lang="en-US" sz="2100">
                <a:solidFill>
                  <a:schemeClr val="dk2"/>
                </a:solidFill>
              </a:rPr>
              <a:t> </a:t>
            </a:r>
            <a:endParaRPr b="1" sz="2100">
              <a:solidFill>
                <a:schemeClr val="dk2"/>
              </a:solidFill>
            </a:endParaRPr>
          </a:p>
        </p:txBody>
      </p:sp>
      <p:sp>
        <p:nvSpPr>
          <p:cNvPr id="95" name="Google Shape;95;h2bbe9d0b7c574b56_2_8"/>
          <p:cNvSpPr/>
          <p:nvPr/>
        </p:nvSpPr>
        <p:spPr>
          <a:xfrm>
            <a:off x="3415050" y="1895250"/>
            <a:ext cx="2053800" cy="1720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solidFill>
                  <a:schemeClr val="dk2"/>
                </a:solidFill>
              </a:rPr>
              <a:t>Interface Requirements</a:t>
            </a:r>
            <a:endParaRPr b="1" sz="2000">
              <a:solidFill>
                <a:schemeClr val="dk2"/>
              </a:solidFill>
            </a:endParaRPr>
          </a:p>
        </p:txBody>
      </p:sp>
      <p:sp>
        <p:nvSpPr>
          <p:cNvPr id="96" name="Google Shape;96;h2bbe9d0b7c574b56_2_8"/>
          <p:cNvSpPr/>
          <p:nvPr/>
        </p:nvSpPr>
        <p:spPr>
          <a:xfrm>
            <a:off x="5945525" y="1895250"/>
            <a:ext cx="2053800" cy="1720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100">
                <a:solidFill>
                  <a:schemeClr val="dk2"/>
                </a:solidFill>
              </a:rPr>
              <a:t>Constraints</a:t>
            </a:r>
            <a:endParaRPr b="1" sz="21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h2bbe9d0b7c574b56_2_18"/>
          <p:cNvSpPr txBox="1"/>
          <p:nvPr>
            <p:ph type="title"/>
          </p:nvPr>
        </p:nvSpPr>
        <p:spPr>
          <a:xfrm>
            <a:off x="457200" y="205979"/>
            <a:ext cx="82296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b="1" lang="en-US"/>
              <a:t>Product Scope</a:t>
            </a:r>
            <a:endParaRPr b="1"/>
          </a:p>
        </p:txBody>
      </p:sp>
      <p:sp>
        <p:nvSpPr>
          <p:cNvPr id="103" name="Google Shape;103;h2bbe9d0b7c574b56_2_18"/>
          <p:cNvSpPr txBox="1"/>
          <p:nvPr>
            <p:ph idx="1" type="body"/>
          </p:nvPr>
        </p:nvSpPr>
        <p:spPr>
          <a:xfrm>
            <a:off x="457200" y="1200151"/>
            <a:ext cx="8229600" cy="3394500"/>
          </a:xfrm>
          <a:prstGeom prst="rect">
            <a:avLst/>
          </a:prstGeom>
        </p:spPr>
        <p:txBody>
          <a:bodyPr anchorCtr="0" anchor="t" bIns="45700" lIns="91425" spcFirstLastPara="1" rIns="91425" wrap="square" tIns="45700">
            <a:normAutofit/>
          </a:bodyPr>
          <a:lstStyle/>
          <a:p>
            <a:pPr indent="-419100" lvl="0" marL="457200" rtl="0" algn="l">
              <a:spcBef>
                <a:spcPts val="0"/>
              </a:spcBef>
              <a:spcAft>
                <a:spcPts val="0"/>
              </a:spcAft>
              <a:buSzPts val="3000"/>
              <a:buChar char="-"/>
            </a:pPr>
            <a:r>
              <a:rPr lang="en-US"/>
              <a:t>Design an AR sandbox intended for tactile learning, with real time interactivity, and complete modularity.</a:t>
            </a:r>
            <a:endParaRPr/>
          </a:p>
        </p:txBody>
      </p:sp>
      <p:sp>
        <p:nvSpPr>
          <p:cNvPr id="104" name="Google Shape;104;h2bbe9d0b7c574b56_2_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h2bbe9d0b7c574b56_2_25"/>
          <p:cNvSpPr txBox="1"/>
          <p:nvPr>
            <p:ph type="title"/>
          </p:nvPr>
        </p:nvSpPr>
        <p:spPr>
          <a:xfrm>
            <a:off x="457200" y="205979"/>
            <a:ext cx="82296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b="1" lang="en-US"/>
              <a:t>Project Scope Cont.</a:t>
            </a:r>
            <a:endParaRPr b="1"/>
          </a:p>
        </p:txBody>
      </p:sp>
      <p:sp>
        <p:nvSpPr>
          <p:cNvPr id="111" name="Google Shape;111;h2bbe9d0b7c574b56_2_25"/>
          <p:cNvSpPr txBox="1"/>
          <p:nvPr>
            <p:ph idx="1" type="body"/>
          </p:nvPr>
        </p:nvSpPr>
        <p:spPr>
          <a:xfrm>
            <a:off x="457200" y="1200151"/>
            <a:ext cx="8229600" cy="3394500"/>
          </a:xfrm>
          <a:prstGeom prst="rect">
            <a:avLst/>
          </a:prstGeom>
        </p:spPr>
        <p:txBody>
          <a:bodyPr anchorCtr="0" anchor="t" bIns="45700" lIns="91425" spcFirstLastPara="1" rIns="91425" wrap="square" tIns="45700">
            <a:normAutofit/>
          </a:bodyPr>
          <a:lstStyle/>
          <a:p>
            <a:pPr indent="-419100" lvl="0" marL="457200" rtl="0" algn="l">
              <a:spcBef>
                <a:spcPts val="0"/>
              </a:spcBef>
              <a:spcAft>
                <a:spcPts val="0"/>
              </a:spcAft>
              <a:buSzPts val="3000"/>
              <a:buChar char="●"/>
            </a:pPr>
            <a:r>
              <a:rPr lang="en-US"/>
              <a:t>This project aligns with the following:</a:t>
            </a:r>
            <a:endParaRPr/>
          </a:p>
          <a:p>
            <a:pPr indent="-342900" lvl="1" marL="914400" rtl="0" algn="l">
              <a:spcBef>
                <a:spcPts val="0"/>
              </a:spcBef>
              <a:spcAft>
                <a:spcPts val="0"/>
              </a:spcAft>
              <a:buSzPts val="1800"/>
              <a:buChar char="○"/>
            </a:pPr>
            <a:r>
              <a:rPr lang="en-US"/>
              <a:t>A growing trend of using technology based approaches for special education [1]</a:t>
            </a:r>
            <a:endParaRPr/>
          </a:p>
          <a:p>
            <a:pPr indent="-342900" lvl="1" marL="914400" rtl="0" algn="l">
              <a:spcBef>
                <a:spcPts val="0"/>
              </a:spcBef>
              <a:spcAft>
                <a:spcPts val="0"/>
              </a:spcAft>
              <a:buSzPts val="1800"/>
              <a:buChar char="○"/>
            </a:pPr>
            <a:r>
              <a:rPr lang="en-US"/>
              <a:t>Neurodivergent </a:t>
            </a:r>
            <a:r>
              <a:rPr lang="en-US"/>
              <a:t>students</a:t>
            </a:r>
            <a:r>
              <a:rPr lang="en-US"/>
              <a:t> learn through feeling the environment around them [2]</a:t>
            </a:r>
            <a:endParaRPr/>
          </a:p>
        </p:txBody>
      </p:sp>
      <p:sp>
        <p:nvSpPr>
          <p:cNvPr id="112" name="Google Shape;112;h2bbe9d0b7c574b56_2_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7" name="Shape 117"/>
        <p:cNvGrpSpPr/>
        <p:nvPr/>
      </p:nvGrpSpPr>
      <p:grpSpPr>
        <a:xfrm>
          <a:off x="0" y="0"/>
          <a:ext cx="0" cy="0"/>
          <a:chOff x="0" y="0"/>
          <a:chExt cx="0" cy="0"/>
        </a:xfrm>
      </p:grpSpPr>
      <p:sp>
        <p:nvSpPr>
          <p:cNvPr id="118" name="Google Shape;118;h58601d51402da372_0_38"/>
          <p:cNvSpPr txBox="1"/>
          <p:nvPr>
            <p:ph idx="12" type="sldNum"/>
          </p:nvPr>
        </p:nvSpPr>
        <p:spPr>
          <a:xfrm>
            <a:off x="8512134" y="4749901"/>
            <a:ext cx="548700" cy="393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r>
              <a:rPr lang="en-US">
                <a:solidFill>
                  <a:srgbClr val="F1C232"/>
                </a:solidFill>
              </a:rPr>
              <a:t>4</a:t>
            </a:r>
            <a:endParaRPr>
              <a:solidFill>
                <a:srgbClr val="F1C232"/>
              </a:solidFill>
            </a:endParaRPr>
          </a:p>
        </p:txBody>
      </p:sp>
      <p:sp>
        <p:nvSpPr>
          <p:cNvPr id="119" name="Google Shape;119;h58601d51402da372_0_38"/>
          <p:cNvSpPr txBox="1"/>
          <p:nvPr>
            <p:ph type="title"/>
          </p:nvPr>
        </p:nvSpPr>
        <p:spPr>
          <a:xfrm>
            <a:off x="1433050" y="1202150"/>
            <a:ext cx="6942900" cy="23658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b="1" lang="en-US" sz="5600">
                <a:solidFill>
                  <a:srgbClr val="F1C232"/>
                </a:solidFill>
              </a:rPr>
              <a:t>Overall Description</a:t>
            </a:r>
            <a:endParaRPr b="1" sz="5600">
              <a:solidFill>
                <a:srgbClr val="F1C23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h58601d51402da372_0_15"/>
          <p:cNvSpPr txBox="1"/>
          <p:nvPr>
            <p:ph type="ctrTitle"/>
          </p:nvPr>
        </p:nvSpPr>
        <p:spPr>
          <a:xfrm>
            <a:off x="266700" y="44026"/>
            <a:ext cx="8610600" cy="974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System Architecture</a:t>
            </a:r>
            <a:endParaRPr/>
          </a:p>
        </p:txBody>
      </p:sp>
      <p:sp>
        <p:nvSpPr>
          <p:cNvPr id="126" name="Google Shape;126;h58601d51402da372_0_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r>
              <a:rPr lang="en-US"/>
              <a:t>7</a:t>
            </a:r>
            <a:endParaRPr/>
          </a:p>
        </p:txBody>
      </p:sp>
      <p:pic>
        <p:nvPicPr>
          <p:cNvPr id="127" name="Google Shape;127;h58601d51402da372_0_15"/>
          <p:cNvPicPr preferRelativeResize="0"/>
          <p:nvPr/>
        </p:nvPicPr>
        <p:blipFill>
          <a:blip r:embed="rId3">
            <a:alphaModFix/>
          </a:blip>
          <a:stretch>
            <a:fillRect/>
          </a:stretch>
        </p:blipFill>
        <p:spPr>
          <a:xfrm>
            <a:off x="152400" y="1170526"/>
            <a:ext cx="8839200" cy="283464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2" name="Shape 132"/>
        <p:cNvGrpSpPr/>
        <p:nvPr/>
      </p:nvGrpSpPr>
      <p:grpSpPr>
        <a:xfrm>
          <a:off x="0" y="0"/>
          <a:ext cx="0" cy="0"/>
          <a:chOff x="0" y="0"/>
          <a:chExt cx="0" cy="0"/>
        </a:xfrm>
      </p:grpSpPr>
      <p:sp>
        <p:nvSpPr>
          <p:cNvPr id="133" name="Google Shape;133;h58601d51402da372_0_4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solidFill>
                  <a:srgbClr val="F1C232"/>
                </a:solidFill>
              </a:rPr>
              <a:t>‹#›</a:t>
            </a:fld>
            <a:endParaRPr>
              <a:solidFill>
                <a:srgbClr val="F1C232"/>
              </a:solidFill>
            </a:endParaRPr>
          </a:p>
        </p:txBody>
      </p:sp>
      <p:sp>
        <p:nvSpPr>
          <p:cNvPr id="134" name="Google Shape;134;h58601d51402da372_0_45"/>
          <p:cNvSpPr txBox="1"/>
          <p:nvPr>
            <p:ph type="title"/>
          </p:nvPr>
        </p:nvSpPr>
        <p:spPr>
          <a:xfrm>
            <a:off x="457200" y="205979"/>
            <a:ext cx="82296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rgbClr val="F1C232"/>
                </a:solidFill>
              </a:rPr>
              <a:t>Product Functions</a:t>
            </a:r>
            <a:endParaRPr>
              <a:solidFill>
                <a:srgbClr val="F1C232"/>
              </a:solidFill>
            </a:endParaRPr>
          </a:p>
        </p:txBody>
      </p:sp>
      <p:sp>
        <p:nvSpPr>
          <p:cNvPr id="135" name="Google Shape;135;h58601d51402da372_0_45"/>
          <p:cNvSpPr/>
          <p:nvPr/>
        </p:nvSpPr>
        <p:spPr>
          <a:xfrm>
            <a:off x="627100" y="1349250"/>
            <a:ext cx="2246400" cy="1222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h58601d51402da372_0_45"/>
          <p:cNvSpPr txBox="1"/>
          <p:nvPr/>
        </p:nvSpPr>
        <p:spPr>
          <a:xfrm>
            <a:off x="741100" y="1684744"/>
            <a:ext cx="2018400" cy="70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2"/>
                </a:solidFill>
              </a:rPr>
              <a:t>Hand Tracking</a:t>
            </a:r>
            <a:endParaRPr sz="2000">
              <a:solidFill>
                <a:schemeClr val="dk2"/>
              </a:solidFill>
            </a:endParaRPr>
          </a:p>
          <a:p>
            <a:pPr indent="0" lvl="0" marL="0" rtl="0" algn="l">
              <a:spcBef>
                <a:spcPts val="0"/>
              </a:spcBef>
              <a:spcAft>
                <a:spcPts val="0"/>
              </a:spcAft>
              <a:buNone/>
            </a:pPr>
            <a:r>
              <a:rPr lang="en-US">
                <a:solidFill>
                  <a:srgbClr val="595959"/>
                </a:solidFill>
              </a:rPr>
              <a:t>To capture gestures.</a:t>
            </a:r>
            <a:endParaRPr>
              <a:solidFill>
                <a:srgbClr val="595959"/>
              </a:solidFill>
            </a:endParaRPr>
          </a:p>
        </p:txBody>
      </p:sp>
      <p:sp>
        <p:nvSpPr>
          <p:cNvPr id="137" name="Google Shape;137;h58601d51402da372_0_45"/>
          <p:cNvSpPr/>
          <p:nvPr/>
        </p:nvSpPr>
        <p:spPr>
          <a:xfrm>
            <a:off x="3448800" y="1349250"/>
            <a:ext cx="2246400" cy="1222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h58601d51402da372_0_45"/>
          <p:cNvSpPr/>
          <p:nvPr/>
        </p:nvSpPr>
        <p:spPr>
          <a:xfrm>
            <a:off x="6270500" y="1349250"/>
            <a:ext cx="2246400" cy="1222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 name="Google Shape;139;h58601d51402da372_0_45"/>
          <p:cNvSpPr/>
          <p:nvPr/>
        </p:nvSpPr>
        <p:spPr>
          <a:xfrm>
            <a:off x="666975" y="2825900"/>
            <a:ext cx="2246400" cy="1222500"/>
          </a:xfrm>
          <a:prstGeom prst="roundRect">
            <a:avLst>
              <a:gd fmla="val 16667" name="adj"/>
            </a:avLst>
          </a:prstGeom>
          <a:solidFill>
            <a:schemeClr val="lt1"/>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 name="Google Shape;140;h58601d51402da372_0_45"/>
          <p:cNvSpPr/>
          <p:nvPr/>
        </p:nvSpPr>
        <p:spPr>
          <a:xfrm>
            <a:off x="3488675" y="2857625"/>
            <a:ext cx="2246400" cy="1222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h58601d51402da372_0_45"/>
          <p:cNvSpPr/>
          <p:nvPr/>
        </p:nvSpPr>
        <p:spPr>
          <a:xfrm>
            <a:off x="6310375" y="2825900"/>
            <a:ext cx="2246400" cy="1222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h58601d51402da372_0_45"/>
          <p:cNvSpPr txBox="1"/>
          <p:nvPr/>
        </p:nvSpPr>
        <p:spPr>
          <a:xfrm>
            <a:off x="3488675" y="1684750"/>
            <a:ext cx="2396100" cy="4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2"/>
                </a:solidFill>
              </a:rPr>
              <a:t>Surface Detection</a:t>
            </a:r>
            <a:endParaRPr sz="2000">
              <a:solidFill>
                <a:schemeClr val="dk2"/>
              </a:solidFill>
            </a:endParaRPr>
          </a:p>
          <a:p>
            <a:pPr indent="0" lvl="0" marL="0" rtl="0" algn="l">
              <a:spcBef>
                <a:spcPts val="0"/>
              </a:spcBef>
              <a:spcAft>
                <a:spcPts val="0"/>
              </a:spcAft>
              <a:buNone/>
            </a:pPr>
            <a:r>
              <a:rPr lang="en-US">
                <a:solidFill>
                  <a:srgbClr val="595959"/>
                </a:solidFill>
              </a:rPr>
              <a:t>To map the 3D sand topology.</a:t>
            </a:r>
            <a:endParaRPr>
              <a:solidFill>
                <a:srgbClr val="595959"/>
              </a:solidFill>
            </a:endParaRPr>
          </a:p>
        </p:txBody>
      </p:sp>
      <p:sp>
        <p:nvSpPr>
          <p:cNvPr id="143" name="Google Shape;143;h58601d51402da372_0_45"/>
          <p:cNvSpPr txBox="1"/>
          <p:nvPr/>
        </p:nvSpPr>
        <p:spPr>
          <a:xfrm>
            <a:off x="6310375" y="1721438"/>
            <a:ext cx="2270400" cy="4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2"/>
                </a:solidFill>
              </a:rPr>
              <a:t>Data Processing</a:t>
            </a:r>
            <a:endParaRPr sz="2000">
              <a:solidFill>
                <a:schemeClr val="dk2"/>
              </a:solidFill>
            </a:endParaRPr>
          </a:p>
          <a:p>
            <a:pPr indent="0" lvl="0" marL="0" rtl="0" algn="l">
              <a:spcBef>
                <a:spcPts val="0"/>
              </a:spcBef>
              <a:spcAft>
                <a:spcPts val="0"/>
              </a:spcAft>
              <a:buNone/>
            </a:pPr>
            <a:r>
              <a:rPr lang="en-US">
                <a:solidFill>
                  <a:srgbClr val="595959"/>
                </a:solidFill>
              </a:rPr>
              <a:t>To convert raw data into a lesson logic.</a:t>
            </a:r>
            <a:endParaRPr>
              <a:solidFill>
                <a:srgbClr val="595959"/>
              </a:solidFill>
            </a:endParaRPr>
          </a:p>
        </p:txBody>
      </p:sp>
      <p:sp>
        <p:nvSpPr>
          <p:cNvPr id="144" name="Google Shape;144;h58601d51402da372_0_45"/>
          <p:cNvSpPr txBox="1"/>
          <p:nvPr/>
        </p:nvSpPr>
        <p:spPr>
          <a:xfrm>
            <a:off x="741100" y="3178225"/>
            <a:ext cx="2062800" cy="4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2"/>
                </a:solidFill>
              </a:rPr>
              <a:t>Visual Feedback</a:t>
            </a:r>
            <a:endParaRPr sz="2000">
              <a:solidFill>
                <a:schemeClr val="dk2"/>
              </a:solidFill>
            </a:endParaRPr>
          </a:p>
          <a:p>
            <a:pPr indent="0" lvl="0" marL="0" rtl="0" algn="l">
              <a:spcBef>
                <a:spcPts val="0"/>
              </a:spcBef>
              <a:spcAft>
                <a:spcPts val="0"/>
              </a:spcAft>
              <a:buNone/>
            </a:pPr>
            <a:r>
              <a:rPr lang="en-US">
                <a:solidFill>
                  <a:srgbClr val="595959"/>
                </a:solidFill>
              </a:rPr>
              <a:t>To project </a:t>
            </a:r>
            <a:r>
              <a:rPr lang="en-US">
                <a:solidFill>
                  <a:srgbClr val="595959"/>
                </a:solidFill>
              </a:rPr>
              <a:t>interactive</a:t>
            </a:r>
            <a:r>
              <a:rPr lang="en-US">
                <a:solidFill>
                  <a:srgbClr val="595959"/>
                </a:solidFill>
              </a:rPr>
              <a:t> images.</a:t>
            </a:r>
            <a:endParaRPr>
              <a:solidFill>
                <a:srgbClr val="595959"/>
              </a:solidFill>
            </a:endParaRPr>
          </a:p>
        </p:txBody>
      </p:sp>
      <p:sp>
        <p:nvSpPr>
          <p:cNvPr id="145" name="Google Shape;145;h58601d51402da372_0_45"/>
          <p:cNvSpPr txBox="1"/>
          <p:nvPr/>
        </p:nvSpPr>
        <p:spPr>
          <a:xfrm>
            <a:off x="3525850" y="3178225"/>
            <a:ext cx="2482500" cy="4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2"/>
                </a:solidFill>
              </a:rPr>
              <a:t>Audio Feedback</a:t>
            </a:r>
            <a:endParaRPr sz="2000">
              <a:solidFill>
                <a:schemeClr val="dk2"/>
              </a:solidFill>
            </a:endParaRPr>
          </a:p>
          <a:p>
            <a:pPr indent="0" lvl="0" marL="0" rtl="0" algn="l">
              <a:spcBef>
                <a:spcPts val="0"/>
              </a:spcBef>
              <a:spcAft>
                <a:spcPts val="0"/>
              </a:spcAft>
              <a:buNone/>
            </a:pPr>
            <a:r>
              <a:rPr lang="en-US">
                <a:solidFill>
                  <a:srgbClr val="595959"/>
                </a:solidFill>
              </a:rPr>
              <a:t>To reinforce learning with sound.</a:t>
            </a:r>
            <a:endParaRPr>
              <a:solidFill>
                <a:srgbClr val="595959"/>
              </a:solidFill>
            </a:endParaRPr>
          </a:p>
        </p:txBody>
      </p:sp>
      <p:sp>
        <p:nvSpPr>
          <p:cNvPr id="146" name="Google Shape;146;h58601d51402da372_0_45"/>
          <p:cNvSpPr txBox="1"/>
          <p:nvPr/>
        </p:nvSpPr>
        <p:spPr>
          <a:xfrm>
            <a:off x="6270500" y="3102025"/>
            <a:ext cx="24825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2"/>
                </a:solidFill>
              </a:rPr>
              <a:t>System Configuration</a:t>
            </a:r>
            <a:endParaRPr sz="1800">
              <a:solidFill>
                <a:schemeClr val="dk2"/>
              </a:solidFill>
            </a:endParaRPr>
          </a:p>
          <a:p>
            <a:pPr indent="0" lvl="0" marL="0" rtl="0" algn="l">
              <a:spcBef>
                <a:spcPts val="0"/>
              </a:spcBef>
              <a:spcAft>
                <a:spcPts val="0"/>
              </a:spcAft>
              <a:buNone/>
            </a:pPr>
            <a:r>
              <a:rPr lang="en-US">
                <a:solidFill>
                  <a:srgbClr val="595959"/>
                </a:solidFill>
              </a:rPr>
              <a:t>Select lesson plans &amp; calibrate.</a:t>
            </a:r>
            <a:endParaRPr>
              <a:solidFill>
                <a:srgbClr val="595959"/>
              </a:solidFill>
            </a:endParaRPr>
          </a:p>
        </p:txBody>
      </p:sp>
      <p:pic>
        <p:nvPicPr>
          <p:cNvPr descr="Raised hand solid icon, gestures concept, open palm sign on white background, hand up icon in glyph style for mobile concept and web design. Vector graphics. (Provided by Getty Images)" id="147" name="Google Shape;147;h58601d51402da372_0_45"/>
          <p:cNvPicPr preferRelativeResize="0"/>
          <p:nvPr/>
        </p:nvPicPr>
        <p:blipFill>
          <a:blip r:embed="rId4">
            <a:alphaModFix/>
          </a:blip>
          <a:stretch>
            <a:fillRect/>
          </a:stretch>
        </p:blipFill>
        <p:spPr>
          <a:xfrm>
            <a:off x="741100" y="1367950"/>
            <a:ext cx="337623" cy="337623"/>
          </a:xfrm>
          <a:prstGeom prst="rect">
            <a:avLst/>
          </a:prstGeom>
          <a:noFill/>
          <a:ln>
            <a:noFill/>
          </a:ln>
        </p:spPr>
      </p:pic>
      <p:pic>
        <p:nvPicPr>
          <p:cNvPr descr="Scan the eye icon vector. Isolated contour symbol illustration (Provided by Getty Images)" id="148" name="Google Shape;148;h58601d51402da372_0_45"/>
          <p:cNvPicPr preferRelativeResize="0"/>
          <p:nvPr/>
        </p:nvPicPr>
        <p:blipFill>
          <a:blip r:embed="rId5">
            <a:alphaModFix/>
          </a:blip>
          <a:stretch>
            <a:fillRect/>
          </a:stretch>
        </p:blipFill>
        <p:spPr>
          <a:xfrm>
            <a:off x="787000" y="2857625"/>
            <a:ext cx="393600" cy="393600"/>
          </a:xfrm>
          <a:prstGeom prst="rect">
            <a:avLst/>
          </a:prstGeom>
          <a:noFill/>
          <a:ln>
            <a:noFill/>
          </a:ln>
          <a:effectLst>
            <a:outerShdw blurRad="57150" rotWithShape="0" algn="bl" dir="5400000" dist="19050">
              <a:schemeClr val="lt1">
                <a:alpha val="50000"/>
              </a:schemeClr>
            </a:outerShdw>
          </a:effectLst>
        </p:spPr>
      </p:pic>
      <p:pic>
        <p:nvPicPr>
          <p:cNvPr descr="Speaker with sound icon vector. Isolated contour symbol illustration (Provided by Getty Images)" id="149" name="Google Shape;149;h58601d51402da372_0_45"/>
          <p:cNvPicPr preferRelativeResize="0"/>
          <p:nvPr/>
        </p:nvPicPr>
        <p:blipFill>
          <a:blip r:embed="rId6">
            <a:alphaModFix/>
          </a:blip>
          <a:stretch>
            <a:fillRect/>
          </a:stretch>
        </p:blipFill>
        <p:spPr>
          <a:xfrm>
            <a:off x="3603425" y="2915350"/>
            <a:ext cx="337623" cy="337623"/>
          </a:xfrm>
          <a:prstGeom prst="rect">
            <a:avLst/>
          </a:prstGeom>
          <a:noFill/>
          <a:ln>
            <a:noFill/>
          </a:ln>
        </p:spPr>
      </p:pic>
      <p:pic>
        <p:nvPicPr>
          <p:cNvPr descr="the composition of the three layers icon vector outline illustration (Provided by Getty Images)" id="150" name="Google Shape;150;h58601d51402da372_0_45"/>
          <p:cNvPicPr preferRelativeResize="0"/>
          <p:nvPr/>
        </p:nvPicPr>
        <p:blipFill>
          <a:blip r:embed="rId7">
            <a:alphaModFix/>
          </a:blip>
          <a:stretch>
            <a:fillRect/>
          </a:stretch>
        </p:blipFill>
        <p:spPr>
          <a:xfrm>
            <a:off x="3603425" y="1367938"/>
            <a:ext cx="393600" cy="393600"/>
          </a:xfrm>
          <a:prstGeom prst="rect">
            <a:avLst/>
          </a:prstGeom>
          <a:noFill/>
          <a:ln>
            <a:noFill/>
          </a:ln>
        </p:spPr>
      </p:pic>
      <p:pic>
        <p:nvPicPr>
          <p:cNvPr descr="Campaign tweaking icon / gray vector (Provided by Getty Images)" id="151" name="Google Shape;151;h58601d51402da372_0_45"/>
          <p:cNvPicPr preferRelativeResize="0"/>
          <p:nvPr/>
        </p:nvPicPr>
        <p:blipFill>
          <a:blip r:embed="rId8">
            <a:alphaModFix/>
          </a:blip>
          <a:stretch>
            <a:fillRect/>
          </a:stretch>
        </p:blipFill>
        <p:spPr>
          <a:xfrm>
            <a:off x="6419850" y="2857625"/>
            <a:ext cx="337623" cy="337623"/>
          </a:xfrm>
          <a:prstGeom prst="rect">
            <a:avLst/>
          </a:prstGeom>
          <a:noFill/>
          <a:ln>
            <a:noFill/>
          </a:ln>
        </p:spPr>
      </p:pic>
      <p:pic>
        <p:nvPicPr>
          <p:cNvPr descr="Set the details of the vector icon. Isolated contour symbol illustration (Provided by Getty Images)" id="152" name="Google Shape;152;h58601d51402da372_0_45"/>
          <p:cNvPicPr preferRelativeResize="0"/>
          <p:nvPr/>
        </p:nvPicPr>
        <p:blipFill>
          <a:blip r:embed="rId9">
            <a:alphaModFix/>
          </a:blip>
          <a:stretch>
            <a:fillRect/>
          </a:stretch>
        </p:blipFill>
        <p:spPr>
          <a:xfrm>
            <a:off x="6384500" y="1414250"/>
            <a:ext cx="393600" cy="393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h58601d51402da372_0_31"/>
          <p:cNvSpPr txBox="1"/>
          <p:nvPr>
            <p:ph type="ctrTitle"/>
          </p:nvPr>
        </p:nvSpPr>
        <p:spPr>
          <a:xfrm>
            <a:off x="2972925" y="0"/>
            <a:ext cx="3394500" cy="8616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User Classes</a:t>
            </a:r>
            <a:endParaRPr/>
          </a:p>
        </p:txBody>
      </p:sp>
      <p:sp>
        <p:nvSpPr>
          <p:cNvPr id="159" name="Google Shape;159;h58601d51402da372_0_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
        <p:nvSpPr>
          <p:cNvPr id="160" name="Google Shape;160;h58601d51402da372_0_31"/>
          <p:cNvSpPr/>
          <p:nvPr/>
        </p:nvSpPr>
        <p:spPr>
          <a:xfrm>
            <a:off x="141388" y="1137600"/>
            <a:ext cx="2776500" cy="2868300"/>
          </a:xfrm>
          <a:prstGeom prst="roundRect">
            <a:avLst>
              <a:gd fmla="val 16667" name="adj"/>
            </a:avLst>
          </a:prstGeom>
          <a:solidFill>
            <a:schemeClr val="lt1"/>
          </a:solidFill>
          <a:ln cap="flat" cmpd="sng" w="9525">
            <a:solidFill>
              <a:schemeClr val="dk2"/>
            </a:solidFill>
            <a:prstDash val="solid"/>
            <a:round/>
            <a:headEnd len="sm" w="sm" type="none"/>
            <a:tailEnd len="sm" w="sm" type="none"/>
          </a:ln>
          <a:effectLst>
            <a:outerShdw blurRad="57150" rotWithShape="0" algn="bl" dir="16200000" dist="142875">
              <a:schemeClr val="dk2"/>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solidFill>
                  <a:schemeClr val="dk2"/>
                </a:solidFill>
              </a:rPr>
              <a:t>Primary: Student</a:t>
            </a:r>
            <a:endParaRPr b="1" sz="2000">
              <a:solidFill>
                <a:schemeClr val="dk2"/>
              </a:solidFill>
            </a:endParaRPr>
          </a:p>
          <a:p>
            <a:pPr indent="0" lvl="0" marL="0" rtl="0" algn="ctr">
              <a:spcBef>
                <a:spcPts val="0"/>
              </a:spcBef>
              <a:spcAft>
                <a:spcPts val="0"/>
              </a:spcAft>
              <a:buClr>
                <a:schemeClr val="dk1"/>
              </a:buClr>
              <a:buSzPts val="1100"/>
              <a:buFont typeface="Arial"/>
              <a:buNone/>
            </a:pPr>
            <a:r>
              <a:t/>
            </a:r>
            <a:endParaRPr b="1" sz="2000">
              <a:solidFill>
                <a:schemeClr val="dk2"/>
              </a:solidFill>
            </a:endParaRPr>
          </a:p>
          <a:p>
            <a:pPr indent="0" lvl="0" marL="0" rtl="0" algn="l">
              <a:spcBef>
                <a:spcPts val="0"/>
              </a:spcBef>
              <a:spcAft>
                <a:spcPts val="0"/>
              </a:spcAft>
              <a:buClr>
                <a:schemeClr val="dk1"/>
              </a:buClr>
              <a:buSzPts val="1100"/>
              <a:buFont typeface="Arial"/>
              <a:buNone/>
            </a:pPr>
            <a:r>
              <a:rPr lang="en-US" sz="1600">
                <a:solidFill>
                  <a:schemeClr val="dk2"/>
                </a:solidFill>
              </a:rPr>
              <a:t>Physical Sandbox Manipulation</a:t>
            </a:r>
            <a:endParaRPr sz="1600">
              <a:solidFill>
                <a:schemeClr val="dk2"/>
              </a:solidFill>
            </a:endParaRPr>
          </a:p>
          <a:p>
            <a:pPr indent="0" lvl="0" marL="0" rtl="0" algn="l">
              <a:spcBef>
                <a:spcPts val="0"/>
              </a:spcBef>
              <a:spcAft>
                <a:spcPts val="0"/>
              </a:spcAft>
              <a:buClr>
                <a:schemeClr val="dk1"/>
              </a:buClr>
              <a:buSzPts val="1100"/>
              <a:buFont typeface="Arial"/>
              <a:buNone/>
            </a:pPr>
            <a:r>
              <a:t/>
            </a:r>
            <a:endParaRPr sz="1600">
              <a:solidFill>
                <a:schemeClr val="dk2"/>
              </a:solidFill>
            </a:endParaRPr>
          </a:p>
          <a:p>
            <a:pPr indent="0" lvl="0" marL="0" rtl="0" algn="l">
              <a:spcBef>
                <a:spcPts val="0"/>
              </a:spcBef>
              <a:spcAft>
                <a:spcPts val="0"/>
              </a:spcAft>
              <a:buClr>
                <a:schemeClr val="dk1"/>
              </a:buClr>
              <a:buSzPts val="1100"/>
              <a:buFont typeface="Arial"/>
              <a:buNone/>
            </a:pPr>
            <a:r>
              <a:rPr lang="en-US" sz="1600">
                <a:solidFill>
                  <a:schemeClr val="dk2"/>
                </a:solidFill>
              </a:rPr>
              <a:t>Sensory feedback</a:t>
            </a:r>
            <a:endParaRPr sz="1600">
              <a:solidFill>
                <a:schemeClr val="dk2"/>
              </a:solidFill>
            </a:endParaRPr>
          </a:p>
          <a:p>
            <a:pPr indent="0" lvl="0" marL="0" rtl="0" algn="l">
              <a:spcBef>
                <a:spcPts val="0"/>
              </a:spcBef>
              <a:spcAft>
                <a:spcPts val="0"/>
              </a:spcAft>
              <a:buClr>
                <a:schemeClr val="dk1"/>
              </a:buClr>
              <a:buSzPts val="1100"/>
              <a:buFont typeface="Arial"/>
              <a:buNone/>
            </a:pPr>
            <a:r>
              <a:t/>
            </a:r>
            <a:endParaRPr sz="1600">
              <a:solidFill>
                <a:schemeClr val="dk2"/>
              </a:solidFill>
            </a:endParaRPr>
          </a:p>
          <a:p>
            <a:pPr indent="0" lvl="0" marL="0" rtl="0" algn="l">
              <a:spcBef>
                <a:spcPts val="0"/>
              </a:spcBef>
              <a:spcAft>
                <a:spcPts val="0"/>
              </a:spcAft>
              <a:buClr>
                <a:schemeClr val="dk1"/>
              </a:buClr>
              <a:buSzPts val="1100"/>
              <a:buFont typeface="Arial"/>
              <a:buNone/>
            </a:pPr>
            <a:r>
              <a:rPr lang="en-US" sz="1600">
                <a:solidFill>
                  <a:schemeClr val="dk2"/>
                </a:solidFill>
              </a:rPr>
              <a:t>Zero technical expertise needed</a:t>
            </a:r>
            <a:endParaRPr sz="1600">
              <a:solidFill>
                <a:schemeClr val="dk2"/>
              </a:solidFill>
            </a:endParaRPr>
          </a:p>
        </p:txBody>
      </p:sp>
      <p:sp>
        <p:nvSpPr>
          <p:cNvPr id="161" name="Google Shape;161;h58601d51402da372_0_31"/>
          <p:cNvSpPr/>
          <p:nvPr/>
        </p:nvSpPr>
        <p:spPr>
          <a:xfrm>
            <a:off x="6226100" y="1137600"/>
            <a:ext cx="2776500" cy="2868300"/>
          </a:xfrm>
          <a:prstGeom prst="roundRect">
            <a:avLst>
              <a:gd fmla="val 16667" name="adj"/>
            </a:avLst>
          </a:prstGeom>
          <a:solidFill>
            <a:schemeClr val="lt1"/>
          </a:solidFill>
          <a:ln cap="flat" cmpd="sng" w="9525">
            <a:solidFill>
              <a:schemeClr val="dk2"/>
            </a:solidFill>
            <a:prstDash val="solid"/>
            <a:round/>
            <a:headEnd len="sm" w="sm" type="none"/>
            <a:tailEnd len="sm" w="sm" type="none"/>
          </a:ln>
          <a:effectLst>
            <a:outerShdw blurRad="57150" rotWithShape="0" algn="bl" dir="16200000" dist="142875">
              <a:schemeClr val="dk2"/>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solidFill>
                  <a:schemeClr val="dk2"/>
                </a:solidFill>
              </a:rPr>
              <a:t>Tertiary</a:t>
            </a:r>
            <a:r>
              <a:rPr b="1" lang="en-US" sz="2000">
                <a:solidFill>
                  <a:schemeClr val="dk2"/>
                </a:solidFill>
              </a:rPr>
              <a:t>: Developer</a:t>
            </a:r>
            <a:endParaRPr b="1" sz="2000">
              <a:solidFill>
                <a:schemeClr val="dk2"/>
              </a:solidFill>
            </a:endParaRPr>
          </a:p>
          <a:p>
            <a:pPr indent="0" lvl="0" marL="0" rtl="0" algn="ctr">
              <a:spcBef>
                <a:spcPts val="0"/>
              </a:spcBef>
              <a:spcAft>
                <a:spcPts val="0"/>
              </a:spcAft>
              <a:buClr>
                <a:schemeClr val="dk1"/>
              </a:buClr>
              <a:buSzPts val="1100"/>
              <a:buFont typeface="Arial"/>
              <a:buNone/>
            </a:pPr>
            <a:r>
              <a:t/>
            </a:r>
            <a:endParaRPr b="1" sz="2000">
              <a:solidFill>
                <a:schemeClr val="dk2"/>
              </a:solidFill>
            </a:endParaRPr>
          </a:p>
          <a:p>
            <a:pPr indent="0" lvl="0" marL="0" rtl="0" algn="l">
              <a:spcBef>
                <a:spcPts val="0"/>
              </a:spcBef>
              <a:spcAft>
                <a:spcPts val="0"/>
              </a:spcAft>
              <a:buClr>
                <a:schemeClr val="dk1"/>
              </a:buClr>
              <a:buSzPts val="1100"/>
              <a:buFont typeface="Arial"/>
              <a:buNone/>
            </a:pPr>
            <a:r>
              <a:rPr lang="en-US" sz="1600">
                <a:solidFill>
                  <a:schemeClr val="dk2"/>
                </a:solidFill>
              </a:rPr>
              <a:t>Develop Lesson Plans</a:t>
            </a:r>
            <a:endParaRPr sz="1600">
              <a:solidFill>
                <a:schemeClr val="dk2"/>
              </a:solidFill>
            </a:endParaRPr>
          </a:p>
          <a:p>
            <a:pPr indent="0" lvl="0" marL="0" rtl="0" algn="l">
              <a:spcBef>
                <a:spcPts val="0"/>
              </a:spcBef>
              <a:spcAft>
                <a:spcPts val="0"/>
              </a:spcAft>
              <a:buClr>
                <a:schemeClr val="dk1"/>
              </a:buClr>
              <a:buSzPts val="1100"/>
              <a:buFont typeface="Arial"/>
              <a:buNone/>
            </a:pPr>
            <a:r>
              <a:t/>
            </a:r>
            <a:endParaRPr sz="1600">
              <a:solidFill>
                <a:schemeClr val="dk2"/>
              </a:solidFill>
            </a:endParaRPr>
          </a:p>
          <a:p>
            <a:pPr indent="0" lvl="0" marL="0" rtl="0" algn="l">
              <a:spcBef>
                <a:spcPts val="0"/>
              </a:spcBef>
              <a:spcAft>
                <a:spcPts val="0"/>
              </a:spcAft>
              <a:buNone/>
            </a:pPr>
            <a:r>
              <a:rPr lang="en-US" sz="1600">
                <a:solidFill>
                  <a:schemeClr val="dk2"/>
                </a:solidFill>
              </a:rPr>
              <a:t>Upload developed plans to existing library</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lang="en-US" sz="1600">
                <a:solidFill>
                  <a:schemeClr val="dk2"/>
                </a:solidFill>
              </a:rPr>
              <a:t>Proficient technical literacy required</a:t>
            </a:r>
            <a:endParaRPr sz="1600">
              <a:solidFill>
                <a:schemeClr val="dk2"/>
              </a:solidFill>
            </a:endParaRPr>
          </a:p>
          <a:p>
            <a:pPr indent="0" lvl="0" marL="0" rtl="0" algn="l">
              <a:spcBef>
                <a:spcPts val="0"/>
              </a:spcBef>
              <a:spcAft>
                <a:spcPts val="0"/>
              </a:spcAft>
              <a:buClr>
                <a:schemeClr val="dk1"/>
              </a:buClr>
              <a:buSzPts val="1100"/>
              <a:buFont typeface="Arial"/>
              <a:buNone/>
            </a:pPr>
            <a:r>
              <a:t/>
            </a:r>
            <a:endParaRPr sz="1600">
              <a:solidFill>
                <a:schemeClr val="dk2"/>
              </a:solidFill>
            </a:endParaRPr>
          </a:p>
        </p:txBody>
      </p:sp>
      <p:sp>
        <p:nvSpPr>
          <p:cNvPr id="162" name="Google Shape;162;h58601d51402da372_0_31"/>
          <p:cNvSpPr/>
          <p:nvPr/>
        </p:nvSpPr>
        <p:spPr>
          <a:xfrm>
            <a:off x="3137400" y="1092125"/>
            <a:ext cx="2776500" cy="2868300"/>
          </a:xfrm>
          <a:prstGeom prst="roundRect">
            <a:avLst>
              <a:gd fmla="val 16667" name="adj"/>
            </a:avLst>
          </a:prstGeom>
          <a:solidFill>
            <a:schemeClr val="lt1"/>
          </a:solidFill>
          <a:ln cap="flat" cmpd="sng" w="9525">
            <a:solidFill>
              <a:schemeClr val="dk2"/>
            </a:solidFill>
            <a:prstDash val="solid"/>
            <a:round/>
            <a:headEnd len="sm" w="sm" type="none"/>
            <a:tailEnd len="sm" w="sm" type="none"/>
          </a:ln>
          <a:effectLst>
            <a:outerShdw blurRad="57150" rotWithShape="0" algn="bl" dir="16200000" dist="142875">
              <a:schemeClr val="dk2"/>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solidFill>
                  <a:schemeClr val="dk2"/>
                </a:solidFill>
              </a:rPr>
              <a:t>Secondary: Educator</a:t>
            </a:r>
            <a:endParaRPr b="1" sz="2000">
              <a:solidFill>
                <a:schemeClr val="dk2"/>
              </a:solidFill>
            </a:endParaRPr>
          </a:p>
          <a:p>
            <a:pPr indent="0" lvl="0" marL="0" rtl="0" algn="l">
              <a:spcBef>
                <a:spcPts val="0"/>
              </a:spcBef>
              <a:spcAft>
                <a:spcPts val="0"/>
              </a:spcAft>
              <a:buNone/>
            </a:pPr>
            <a:r>
              <a:t/>
            </a:r>
            <a:endParaRPr b="1">
              <a:solidFill>
                <a:schemeClr val="dk2"/>
              </a:solidFill>
            </a:endParaRPr>
          </a:p>
          <a:p>
            <a:pPr indent="0" lvl="0" marL="0" rtl="0" algn="l">
              <a:spcBef>
                <a:spcPts val="0"/>
              </a:spcBef>
              <a:spcAft>
                <a:spcPts val="0"/>
              </a:spcAft>
              <a:buNone/>
            </a:pPr>
            <a:r>
              <a:rPr lang="en-US" sz="1600">
                <a:solidFill>
                  <a:schemeClr val="dk2"/>
                </a:solidFill>
              </a:rPr>
              <a:t>Boot up System</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lang="en-US" sz="1600">
                <a:solidFill>
                  <a:schemeClr val="dk2"/>
                </a:solidFill>
              </a:rPr>
              <a:t>Select Lesson Plan</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lang="en-US" sz="1600">
                <a:solidFill>
                  <a:schemeClr val="dk2"/>
                </a:solidFill>
              </a:rPr>
              <a:t>Basic to Intermediate Computer literacy needed</a:t>
            </a:r>
            <a:endParaRPr sz="16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h58601d51402da372_0_66"/>
          <p:cNvSpPr txBox="1"/>
          <p:nvPr>
            <p:ph type="ctrTitle"/>
          </p:nvPr>
        </p:nvSpPr>
        <p:spPr>
          <a:xfrm>
            <a:off x="97050" y="0"/>
            <a:ext cx="8610600" cy="8133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Implementation Constraints</a:t>
            </a:r>
            <a:endParaRPr/>
          </a:p>
        </p:txBody>
      </p:sp>
      <p:sp>
        <p:nvSpPr>
          <p:cNvPr id="169" name="Google Shape;169;h58601d51402da372_0_6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70" name="Google Shape;170;h58601d51402da372_0_66"/>
          <p:cNvSpPr/>
          <p:nvPr/>
        </p:nvSpPr>
        <p:spPr>
          <a:xfrm>
            <a:off x="660825" y="1000425"/>
            <a:ext cx="3429000" cy="1384200"/>
          </a:xfrm>
          <a:prstGeom prst="roundRect">
            <a:avLst>
              <a:gd fmla="val 16667" name="adj"/>
            </a:avLst>
          </a:prstGeom>
          <a:solidFill>
            <a:schemeClr val="lt1"/>
          </a:solidFill>
          <a:ln cap="flat" cmpd="sng" w="9525">
            <a:solidFill>
              <a:schemeClr val="dk2"/>
            </a:solidFill>
            <a:prstDash val="solid"/>
            <a:round/>
            <a:headEnd len="sm" w="sm" type="none"/>
            <a:tailEnd len="sm" w="sm" type="none"/>
          </a:ln>
          <a:effectLst>
            <a:outerShdw blurRad="57150" rotWithShape="0" algn="bl" dir="5400000" dist="95250">
              <a:schemeClr val="dk2">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US" sz="1700">
                <a:solidFill>
                  <a:schemeClr val="dk2"/>
                </a:solidFill>
              </a:rPr>
              <a:t>Hardware Compatibility</a:t>
            </a:r>
            <a:endParaRPr b="1" sz="1700">
              <a:solidFill>
                <a:schemeClr val="dk2"/>
              </a:solidFill>
            </a:endParaRPr>
          </a:p>
          <a:p>
            <a:pPr indent="0" lvl="0" marL="0" rtl="0" algn="ctr">
              <a:spcBef>
                <a:spcPts val="0"/>
              </a:spcBef>
              <a:spcAft>
                <a:spcPts val="0"/>
              </a:spcAft>
              <a:buNone/>
            </a:pPr>
            <a:r>
              <a:rPr lang="en-US" sz="1500">
                <a:solidFill>
                  <a:srgbClr val="595959"/>
                </a:solidFill>
              </a:rPr>
              <a:t>Physical dimension alignment &amp; Calibration</a:t>
            </a:r>
            <a:endParaRPr sz="1500">
              <a:solidFill>
                <a:srgbClr val="595959"/>
              </a:solidFill>
            </a:endParaRPr>
          </a:p>
        </p:txBody>
      </p:sp>
      <p:sp>
        <p:nvSpPr>
          <p:cNvPr id="171" name="Google Shape;171;h58601d51402da372_0_66"/>
          <p:cNvSpPr/>
          <p:nvPr/>
        </p:nvSpPr>
        <p:spPr>
          <a:xfrm>
            <a:off x="660825" y="2671750"/>
            <a:ext cx="3429000" cy="1384200"/>
          </a:xfrm>
          <a:prstGeom prst="roundRect">
            <a:avLst>
              <a:gd fmla="val 16667" name="adj"/>
            </a:avLst>
          </a:prstGeom>
          <a:solidFill>
            <a:schemeClr val="lt1"/>
          </a:solidFill>
          <a:ln cap="flat" cmpd="sng" w="9525">
            <a:solidFill>
              <a:schemeClr val="dk2"/>
            </a:solidFill>
            <a:prstDash val="solid"/>
            <a:round/>
            <a:headEnd len="sm" w="sm" type="none"/>
            <a:tailEnd len="sm" w="sm" type="none"/>
          </a:ln>
          <a:effectLst>
            <a:outerShdw blurRad="57150" rotWithShape="0" algn="bl" dir="5400000" dist="95250">
              <a:schemeClr val="dk2">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US" sz="1700">
                <a:solidFill>
                  <a:schemeClr val="dk2"/>
                </a:solidFill>
              </a:rPr>
              <a:t>Budget &amp; </a:t>
            </a:r>
            <a:r>
              <a:rPr b="1" lang="en-US" sz="1700">
                <a:solidFill>
                  <a:schemeClr val="dk2"/>
                </a:solidFill>
              </a:rPr>
              <a:t>Resources</a:t>
            </a:r>
            <a:endParaRPr b="1" sz="1700">
              <a:solidFill>
                <a:schemeClr val="dk2"/>
              </a:solidFill>
            </a:endParaRPr>
          </a:p>
          <a:p>
            <a:pPr indent="0" lvl="0" marL="0" rtl="0" algn="ctr">
              <a:spcBef>
                <a:spcPts val="0"/>
              </a:spcBef>
              <a:spcAft>
                <a:spcPts val="0"/>
              </a:spcAft>
              <a:buNone/>
            </a:pPr>
            <a:r>
              <a:rPr lang="en-US" sz="1500">
                <a:solidFill>
                  <a:srgbClr val="595959"/>
                </a:solidFill>
              </a:rPr>
              <a:t>Limited to senior design budgeting</a:t>
            </a:r>
            <a:endParaRPr sz="1500">
              <a:solidFill>
                <a:srgbClr val="595959"/>
              </a:solidFill>
            </a:endParaRPr>
          </a:p>
        </p:txBody>
      </p:sp>
      <p:sp>
        <p:nvSpPr>
          <p:cNvPr id="172" name="Google Shape;172;h58601d51402da372_0_66"/>
          <p:cNvSpPr/>
          <p:nvPr/>
        </p:nvSpPr>
        <p:spPr>
          <a:xfrm>
            <a:off x="5011325" y="1000425"/>
            <a:ext cx="3429000" cy="1384200"/>
          </a:xfrm>
          <a:prstGeom prst="roundRect">
            <a:avLst>
              <a:gd fmla="val 16667" name="adj"/>
            </a:avLst>
          </a:prstGeom>
          <a:solidFill>
            <a:schemeClr val="lt1"/>
          </a:solidFill>
          <a:ln cap="flat" cmpd="sng" w="9525">
            <a:solidFill>
              <a:schemeClr val="dk2"/>
            </a:solidFill>
            <a:prstDash val="solid"/>
            <a:round/>
            <a:headEnd len="sm" w="sm" type="none"/>
            <a:tailEnd len="sm" w="sm" type="none"/>
          </a:ln>
          <a:effectLst>
            <a:outerShdw blurRad="57150" rotWithShape="0" algn="bl" dir="5400000" dist="95250">
              <a:schemeClr val="dk2">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US" sz="1700">
                <a:solidFill>
                  <a:schemeClr val="dk2"/>
                </a:solidFill>
              </a:rPr>
              <a:t>Performance</a:t>
            </a:r>
            <a:endParaRPr b="1" sz="1700">
              <a:solidFill>
                <a:schemeClr val="dk2"/>
              </a:solidFill>
            </a:endParaRPr>
          </a:p>
          <a:p>
            <a:pPr indent="0" lvl="0" marL="0" rtl="0" algn="ctr">
              <a:spcBef>
                <a:spcPts val="0"/>
              </a:spcBef>
              <a:spcAft>
                <a:spcPts val="0"/>
              </a:spcAft>
              <a:buNone/>
            </a:pPr>
            <a:r>
              <a:rPr lang="en-US" sz="1500">
                <a:solidFill>
                  <a:srgbClr val="595959"/>
                </a:solidFill>
              </a:rPr>
              <a:t>Instantaneous Real-Time Response</a:t>
            </a:r>
            <a:endParaRPr sz="1500">
              <a:solidFill>
                <a:srgbClr val="595959"/>
              </a:solidFill>
            </a:endParaRPr>
          </a:p>
        </p:txBody>
      </p:sp>
      <p:sp>
        <p:nvSpPr>
          <p:cNvPr id="173" name="Google Shape;173;h58601d51402da372_0_66"/>
          <p:cNvSpPr/>
          <p:nvPr/>
        </p:nvSpPr>
        <p:spPr>
          <a:xfrm>
            <a:off x="5011325" y="2671750"/>
            <a:ext cx="3429000" cy="1384200"/>
          </a:xfrm>
          <a:prstGeom prst="roundRect">
            <a:avLst>
              <a:gd fmla="val 16667" name="adj"/>
            </a:avLst>
          </a:prstGeom>
          <a:solidFill>
            <a:schemeClr val="lt1"/>
          </a:solidFill>
          <a:ln cap="flat" cmpd="sng" w="9525">
            <a:solidFill>
              <a:schemeClr val="dk2"/>
            </a:solidFill>
            <a:prstDash val="solid"/>
            <a:round/>
            <a:headEnd len="sm" w="sm" type="none"/>
            <a:tailEnd len="sm" w="sm" type="none"/>
          </a:ln>
          <a:effectLst>
            <a:outerShdw blurRad="57150" rotWithShape="0" algn="bl" dir="5400000" dist="95250">
              <a:schemeClr val="dk2">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US" sz="1700">
                <a:solidFill>
                  <a:schemeClr val="dk2"/>
                </a:solidFill>
              </a:rPr>
              <a:t>Safety Requirements</a:t>
            </a:r>
            <a:endParaRPr b="1" sz="1700">
              <a:solidFill>
                <a:schemeClr val="dk2"/>
              </a:solidFill>
            </a:endParaRPr>
          </a:p>
          <a:p>
            <a:pPr indent="0" lvl="0" marL="0" rtl="0" algn="ctr">
              <a:spcBef>
                <a:spcPts val="0"/>
              </a:spcBef>
              <a:spcAft>
                <a:spcPts val="0"/>
              </a:spcAft>
              <a:buNone/>
            </a:pPr>
            <a:r>
              <a:rPr lang="en-US" sz="1500">
                <a:solidFill>
                  <a:srgbClr val="595959"/>
                </a:solidFill>
              </a:rPr>
              <a:t>Safe &amp; Secure</a:t>
            </a:r>
            <a:r>
              <a:rPr lang="en-US" sz="1500">
                <a:solidFill>
                  <a:srgbClr val="595959"/>
                </a:solidFill>
              </a:rPr>
              <a:t> Educational Environment</a:t>
            </a:r>
            <a:endParaRPr sz="1500">
              <a:solidFill>
                <a:srgbClr val="59595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8" name="Shape 178"/>
        <p:cNvGrpSpPr/>
        <p:nvPr/>
      </p:nvGrpSpPr>
      <p:grpSpPr>
        <a:xfrm>
          <a:off x="0" y="0"/>
          <a:ext cx="0" cy="0"/>
          <a:chOff x="0" y="0"/>
          <a:chExt cx="0" cy="0"/>
        </a:xfrm>
      </p:grpSpPr>
      <p:sp>
        <p:nvSpPr>
          <p:cNvPr id="179" name="Google Shape;179;h58601d51402da372_0_7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solidFill>
                  <a:srgbClr val="F1C232"/>
                </a:solidFill>
              </a:rPr>
              <a:t>‹#›</a:t>
            </a:fld>
            <a:endParaRPr>
              <a:solidFill>
                <a:srgbClr val="F1C232"/>
              </a:solidFill>
            </a:endParaRPr>
          </a:p>
        </p:txBody>
      </p:sp>
      <p:sp>
        <p:nvSpPr>
          <p:cNvPr id="180" name="Google Shape;180;h58601d51402da372_0_73"/>
          <p:cNvSpPr txBox="1"/>
          <p:nvPr>
            <p:ph type="title"/>
          </p:nvPr>
        </p:nvSpPr>
        <p:spPr>
          <a:xfrm>
            <a:off x="303250" y="116550"/>
            <a:ext cx="84636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sz="3100">
                <a:solidFill>
                  <a:srgbClr val="F1C232"/>
                </a:solidFill>
              </a:rPr>
              <a:t>Assumptions, Dependencies, &amp; Documentation</a:t>
            </a:r>
            <a:endParaRPr sz="3100">
              <a:solidFill>
                <a:srgbClr val="F1C232"/>
              </a:solidFill>
            </a:endParaRPr>
          </a:p>
        </p:txBody>
      </p:sp>
      <p:sp>
        <p:nvSpPr>
          <p:cNvPr id="181" name="Google Shape;181;h58601d51402da372_0_73"/>
          <p:cNvSpPr/>
          <p:nvPr/>
        </p:nvSpPr>
        <p:spPr>
          <a:xfrm>
            <a:off x="63800" y="1473400"/>
            <a:ext cx="2946900" cy="2571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dk2"/>
                </a:solidFill>
              </a:rPr>
              <a:t>Assumptions</a:t>
            </a:r>
            <a:endParaRPr b="1">
              <a:solidFill>
                <a:schemeClr val="dk2"/>
              </a:solidFill>
            </a:endParaRPr>
          </a:p>
          <a:p>
            <a:pPr indent="0" lvl="0" marL="0" rtl="0" algn="ctr">
              <a:spcBef>
                <a:spcPts val="0"/>
              </a:spcBef>
              <a:spcAft>
                <a:spcPts val="0"/>
              </a:spcAft>
              <a:buNone/>
            </a:pPr>
            <a:r>
              <a:t/>
            </a:r>
            <a:endParaRPr>
              <a:solidFill>
                <a:schemeClr val="dk2"/>
              </a:solidFill>
            </a:endParaRPr>
          </a:p>
          <a:p>
            <a:pPr indent="0" lvl="0" marL="0" rtl="0" algn="l">
              <a:spcBef>
                <a:spcPts val="0"/>
              </a:spcBef>
              <a:spcAft>
                <a:spcPts val="0"/>
              </a:spcAft>
              <a:buNone/>
            </a:pPr>
            <a:r>
              <a:rPr lang="en-US">
                <a:solidFill>
                  <a:schemeClr val="dk2"/>
                </a:solidFill>
              </a:rPr>
              <a:t>- Computing Hardware</a:t>
            </a:r>
            <a:r>
              <a:rPr lang="en-US">
                <a:solidFill>
                  <a:schemeClr val="dk2"/>
                </a:solidFill>
              </a:rPr>
              <a:t> handles multithreading processing.</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US">
                <a:solidFill>
                  <a:schemeClr val="dk2"/>
                </a:solidFill>
              </a:rPr>
              <a:t>- Depth Camera has </a:t>
            </a:r>
            <a:r>
              <a:rPr lang="en-US">
                <a:solidFill>
                  <a:schemeClr val="dk2"/>
                </a:solidFill>
              </a:rPr>
              <a:t>sufficient</a:t>
            </a:r>
            <a:r>
              <a:rPr lang="en-US">
                <a:solidFill>
                  <a:schemeClr val="dk2"/>
                </a:solidFill>
              </a:rPr>
              <a:t> detection range.</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US">
                <a:solidFill>
                  <a:schemeClr val="dk2"/>
                </a:solidFill>
              </a:rPr>
              <a:t>- </a:t>
            </a:r>
            <a:r>
              <a:rPr lang="en-US">
                <a:solidFill>
                  <a:schemeClr val="dk2"/>
                </a:solidFill>
              </a:rPr>
              <a:t>Projector has adequate </a:t>
            </a:r>
            <a:r>
              <a:rPr lang="en-US">
                <a:solidFill>
                  <a:schemeClr val="dk2"/>
                </a:solidFill>
              </a:rPr>
              <a:t>resolution</a:t>
            </a:r>
            <a:r>
              <a:rPr lang="en-US">
                <a:solidFill>
                  <a:schemeClr val="dk2"/>
                </a:solidFill>
              </a:rPr>
              <a:t> and brightness.</a:t>
            </a:r>
            <a:endParaRPr>
              <a:solidFill>
                <a:schemeClr val="dk2"/>
              </a:solidFill>
            </a:endParaRPr>
          </a:p>
        </p:txBody>
      </p:sp>
      <p:sp>
        <p:nvSpPr>
          <p:cNvPr id="182" name="Google Shape;182;h58601d51402da372_0_73"/>
          <p:cNvSpPr/>
          <p:nvPr/>
        </p:nvSpPr>
        <p:spPr>
          <a:xfrm>
            <a:off x="3098550" y="1473400"/>
            <a:ext cx="2946900" cy="2571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dk2"/>
                </a:solidFill>
              </a:rPr>
              <a:t>Dependencies</a:t>
            </a:r>
            <a:endParaRPr b="1">
              <a:solidFill>
                <a:schemeClr val="dk2"/>
              </a:solidFill>
            </a:endParaRPr>
          </a:p>
          <a:p>
            <a:pPr indent="0" lvl="0" marL="0" rtl="0" algn="ctr">
              <a:spcBef>
                <a:spcPts val="0"/>
              </a:spcBef>
              <a:spcAft>
                <a:spcPts val="0"/>
              </a:spcAft>
              <a:buNone/>
            </a:pPr>
            <a:r>
              <a:t/>
            </a:r>
            <a:endParaRPr>
              <a:solidFill>
                <a:schemeClr val="dk2"/>
              </a:solidFill>
            </a:endParaRPr>
          </a:p>
          <a:p>
            <a:pPr indent="0" lvl="0" marL="0" rtl="0" algn="l">
              <a:spcBef>
                <a:spcPts val="0"/>
              </a:spcBef>
              <a:spcAft>
                <a:spcPts val="0"/>
              </a:spcAft>
              <a:buNone/>
            </a:pPr>
            <a:r>
              <a:rPr lang="en-US">
                <a:solidFill>
                  <a:schemeClr val="dk2"/>
                </a:solidFill>
              </a:rPr>
              <a:t>- Linux </a:t>
            </a:r>
            <a:r>
              <a:rPr lang="en-US">
                <a:solidFill>
                  <a:schemeClr val="dk2"/>
                </a:solidFill>
              </a:rPr>
              <a:t>OS driver support for Hardware peripherals.</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US">
                <a:solidFill>
                  <a:schemeClr val="dk2"/>
                </a:solidFill>
              </a:rPr>
              <a:t>- </a:t>
            </a:r>
            <a:r>
              <a:rPr lang="en-US">
                <a:solidFill>
                  <a:schemeClr val="dk2"/>
                </a:solidFill>
              </a:rPr>
              <a:t>Calibration to physical dimensions of structure.</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US">
                <a:solidFill>
                  <a:schemeClr val="dk2"/>
                </a:solidFill>
              </a:rPr>
              <a:t>- Continuous power source.</a:t>
            </a:r>
            <a:endParaRPr>
              <a:solidFill>
                <a:schemeClr val="dk2"/>
              </a:solidFill>
            </a:endParaRPr>
          </a:p>
          <a:p>
            <a:pPr indent="0" lvl="0" marL="0" rtl="0" algn="l">
              <a:spcBef>
                <a:spcPts val="0"/>
              </a:spcBef>
              <a:spcAft>
                <a:spcPts val="0"/>
              </a:spcAft>
              <a:buNone/>
            </a:pPr>
            <a:r>
              <a:t/>
            </a:r>
            <a:endParaRPr>
              <a:solidFill>
                <a:schemeClr val="dk2"/>
              </a:solidFill>
            </a:endParaRPr>
          </a:p>
        </p:txBody>
      </p:sp>
      <p:sp>
        <p:nvSpPr>
          <p:cNvPr id="183" name="Google Shape;183;h58601d51402da372_0_73"/>
          <p:cNvSpPr/>
          <p:nvPr/>
        </p:nvSpPr>
        <p:spPr>
          <a:xfrm>
            <a:off x="6158575" y="1473400"/>
            <a:ext cx="2946900" cy="2571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dk2"/>
                </a:solidFill>
              </a:rPr>
              <a:t>Documentation</a:t>
            </a:r>
            <a:endParaRPr b="1">
              <a:solidFill>
                <a:schemeClr val="dk2"/>
              </a:solidFill>
            </a:endParaRPr>
          </a:p>
          <a:p>
            <a:pPr indent="0" lvl="0" marL="0" rtl="0" algn="ctr">
              <a:spcBef>
                <a:spcPts val="0"/>
              </a:spcBef>
              <a:spcAft>
                <a:spcPts val="0"/>
              </a:spcAft>
              <a:buNone/>
            </a:pPr>
            <a:r>
              <a:t/>
            </a:r>
            <a:endParaRPr>
              <a:solidFill>
                <a:schemeClr val="dk2"/>
              </a:solidFill>
            </a:endParaRPr>
          </a:p>
          <a:p>
            <a:pPr indent="0" lvl="0" marL="0" rtl="0" algn="l">
              <a:spcBef>
                <a:spcPts val="0"/>
              </a:spcBef>
              <a:spcAft>
                <a:spcPts val="0"/>
              </a:spcAft>
              <a:buNone/>
            </a:pPr>
            <a:r>
              <a:rPr lang="en-US">
                <a:solidFill>
                  <a:schemeClr val="dk2"/>
                </a:solidFill>
              </a:rPr>
              <a:t>- </a:t>
            </a:r>
            <a:r>
              <a:rPr lang="en-US">
                <a:solidFill>
                  <a:schemeClr val="dk2"/>
                </a:solidFill>
              </a:rPr>
              <a:t>In-App user guide for quick references.</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US">
                <a:solidFill>
                  <a:schemeClr val="dk2"/>
                </a:solidFill>
              </a:rPr>
              <a:t>- </a:t>
            </a:r>
            <a:r>
              <a:rPr lang="en-US">
                <a:solidFill>
                  <a:schemeClr val="dk2"/>
                </a:solidFill>
              </a:rPr>
              <a:t>Video tutorials for set up &amp; lesson module learning.</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US">
                <a:solidFill>
                  <a:schemeClr val="dk2"/>
                </a:solidFill>
              </a:rPr>
              <a:t>- </a:t>
            </a:r>
            <a:r>
              <a:rPr lang="en-US">
                <a:solidFill>
                  <a:schemeClr val="dk2"/>
                </a:solidFill>
              </a:rPr>
              <a:t>Written user manual for maintenance and troubleshooting.</a:t>
            </a:r>
            <a:endParaRPr>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h58601d51402da372_0_80"/>
          <p:cNvSpPr txBox="1"/>
          <p:nvPr>
            <p:ph type="ctrTitle"/>
          </p:nvPr>
        </p:nvSpPr>
        <p:spPr>
          <a:xfrm>
            <a:off x="605700" y="954875"/>
            <a:ext cx="7932600" cy="2322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sz="4200"/>
              <a:t>External Interface Requirements</a:t>
            </a:r>
            <a:endParaRPr sz="4200"/>
          </a:p>
        </p:txBody>
      </p:sp>
      <p:sp>
        <p:nvSpPr>
          <p:cNvPr id="190" name="Google Shape;190;h58601d51402da372_0_8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h452cd0b8d1e4d2a6_1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pic>
        <p:nvPicPr>
          <p:cNvPr id="197" name="Google Shape;197;h452cd0b8d1e4d2a6_1_0" title="Screenshot 2026-09-28 at 4.33.52 PM.png"/>
          <p:cNvPicPr preferRelativeResize="0"/>
          <p:nvPr/>
        </p:nvPicPr>
        <p:blipFill>
          <a:blip r:embed="rId3">
            <a:alphaModFix/>
          </a:blip>
          <a:stretch>
            <a:fillRect/>
          </a:stretch>
        </p:blipFill>
        <p:spPr>
          <a:xfrm>
            <a:off x="76275" y="1287926"/>
            <a:ext cx="4073293" cy="2567667"/>
          </a:xfrm>
          <a:prstGeom prst="rect">
            <a:avLst/>
          </a:prstGeom>
          <a:noFill/>
          <a:ln cap="flat" cmpd="sng" w="24075">
            <a:solidFill>
              <a:schemeClr val="dk2"/>
            </a:solidFill>
            <a:prstDash val="solid"/>
            <a:round/>
            <a:headEnd len="sm" w="sm" type="none"/>
            <a:tailEnd len="sm" w="sm" type="none"/>
          </a:ln>
        </p:spPr>
      </p:pic>
      <p:pic>
        <p:nvPicPr>
          <p:cNvPr id="198" name="Google Shape;198;h452cd0b8d1e4d2a6_1_0" title="Screenshot 2026-09-28 at 4.34.09 PM.png"/>
          <p:cNvPicPr preferRelativeResize="0"/>
          <p:nvPr/>
        </p:nvPicPr>
        <p:blipFill>
          <a:blip r:embed="rId4">
            <a:alphaModFix/>
          </a:blip>
          <a:stretch>
            <a:fillRect/>
          </a:stretch>
        </p:blipFill>
        <p:spPr>
          <a:xfrm>
            <a:off x="4994433" y="1253088"/>
            <a:ext cx="4073293" cy="2637321"/>
          </a:xfrm>
          <a:prstGeom prst="rect">
            <a:avLst/>
          </a:prstGeom>
          <a:noFill/>
          <a:ln cap="flat" cmpd="sng" w="24075">
            <a:solidFill>
              <a:schemeClr val="dk2"/>
            </a:solidFill>
            <a:prstDash val="solid"/>
            <a:round/>
            <a:headEnd len="sm" w="sm" type="none"/>
            <a:tailEnd len="sm" w="sm" type="none"/>
          </a:ln>
        </p:spPr>
      </p:pic>
      <p:sp>
        <p:nvSpPr>
          <p:cNvPr id="199" name="Google Shape;199;h452cd0b8d1e4d2a6_1_0"/>
          <p:cNvSpPr txBox="1"/>
          <p:nvPr>
            <p:ph idx="4294967295" type="title"/>
          </p:nvPr>
        </p:nvSpPr>
        <p:spPr>
          <a:xfrm>
            <a:off x="457200" y="205979"/>
            <a:ext cx="82296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sz="3100"/>
              <a:t>User Interfaces</a:t>
            </a:r>
            <a:endParaRPr sz="3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h334d804c88c416cd_0_14"/>
          <p:cNvSpPr txBox="1"/>
          <p:nvPr>
            <p:ph type="title"/>
          </p:nvPr>
        </p:nvSpPr>
        <p:spPr>
          <a:xfrm>
            <a:off x="422925" y="205979"/>
            <a:ext cx="82296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sz="3100"/>
              <a:t>Hardware Interfaces</a:t>
            </a:r>
            <a:endParaRPr sz="3100"/>
          </a:p>
        </p:txBody>
      </p:sp>
      <p:sp>
        <p:nvSpPr>
          <p:cNvPr id="206" name="Google Shape;206;h334d804c88c416cd_0_14"/>
          <p:cNvSpPr txBox="1"/>
          <p:nvPr>
            <p:ph idx="1" type="body"/>
          </p:nvPr>
        </p:nvSpPr>
        <p:spPr>
          <a:xfrm>
            <a:off x="457200" y="1320750"/>
            <a:ext cx="4114800" cy="2502000"/>
          </a:xfrm>
          <a:prstGeom prst="rect">
            <a:avLst/>
          </a:prstGeom>
        </p:spPr>
        <p:txBody>
          <a:bodyPr anchorCtr="0" anchor="t" bIns="45700" lIns="91425" spcFirstLastPara="1" rIns="91425" wrap="square" tIns="45700">
            <a:normAutofit/>
          </a:bodyPr>
          <a:lstStyle/>
          <a:p>
            <a:pPr indent="-342900" lvl="0" marL="457200" rtl="0" algn="l">
              <a:spcBef>
                <a:spcPts val="0"/>
              </a:spcBef>
              <a:spcAft>
                <a:spcPts val="0"/>
              </a:spcAft>
              <a:buSzPts val="1800"/>
              <a:buChar char="●"/>
            </a:pPr>
            <a:r>
              <a:rPr lang="en-US" sz="1800"/>
              <a:t>Depth camera - Detects changes in sands surface</a:t>
            </a:r>
            <a:endParaRPr sz="1800"/>
          </a:p>
          <a:p>
            <a:pPr indent="-342900" lvl="0" marL="457200" rtl="0" algn="l">
              <a:spcBef>
                <a:spcPts val="0"/>
              </a:spcBef>
              <a:spcAft>
                <a:spcPts val="0"/>
              </a:spcAft>
              <a:buSzPts val="1800"/>
              <a:buChar char="●"/>
            </a:pPr>
            <a:r>
              <a:rPr lang="en-US" sz="1800"/>
              <a:t>Computing Hardware - P</a:t>
            </a:r>
            <a:r>
              <a:rPr lang="en-US" sz="1800"/>
              <a:t>rocesses</a:t>
            </a:r>
            <a:r>
              <a:rPr lang="en-US" sz="1800"/>
              <a:t> camera data, runs software, and sends data to projector</a:t>
            </a:r>
            <a:endParaRPr sz="1800"/>
          </a:p>
          <a:p>
            <a:pPr indent="-342900" lvl="0" marL="457200" rtl="0" algn="l">
              <a:spcBef>
                <a:spcPts val="0"/>
              </a:spcBef>
              <a:spcAft>
                <a:spcPts val="0"/>
              </a:spcAft>
              <a:buSzPts val="1800"/>
              <a:buChar char="●"/>
            </a:pPr>
            <a:r>
              <a:rPr lang="en-US" sz="1800"/>
              <a:t>Projector - Displays visuals onto sand</a:t>
            </a:r>
            <a:endParaRPr sz="1800"/>
          </a:p>
        </p:txBody>
      </p:sp>
      <p:sp>
        <p:nvSpPr>
          <p:cNvPr id="207" name="Google Shape;207;h334d804c88c416cd_0_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pic>
        <p:nvPicPr>
          <p:cNvPr id="208" name="Google Shape;208;h334d804c88c416cd_0_14" title="Untitled design(1).png"/>
          <p:cNvPicPr preferRelativeResize="0"/>
          <p:nvPr/>
        </p:nvPicPr>
        <p:blipFill>
          <a:blip r:embed="rId3">
            <a:alphaModFix/>
          </a:blip>
          <a:stretch>
            <a:fillRect/>
          </a:stretch>
        </p:blipFill>
        <p:spPr>
          <a:xfrm>
            <a:off x="2470700" y="-133575"/>
            <a:ext cx="7887200" cy="45782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h334d804c88c416cd_0_30"/>
          <p:cNvSpPr txBox="1"/>
          <p:nvPr>
            <p:ph type="title"/>
          </p:nvPr>
        </p:nvSpPr>
        <p:spPr>
          <a:xfrm>
            <a:off x="457200" y="205979"/>
            <a:ext cx="82296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sz="3100"/>
              <a:t>Software Interfaces</a:t>
            </a:r>
            <a:endParaRPr sz="3100"/>
          </a:p>
        </p:txBody>
      </p:sp>
      <p:sp>
        <p:nvSpPr>
          <p:cNvPr id="215" name="Google Shape;215;h334d804c88c416cd_0_30"/>
          <p:cNvSpPr txBox="1"/>
          <p:nvPr>
            <p:ph idx="1" type="body"/>
          </p:nvPr>
        </p:nvSpPr>
        <p:spPr>
          <a:xfrm>
            <a:off x="457200" y="1445700"/>
            <a:ext cx="7637100" cy="2252100"/>
          </a:xfrm>
          <a:prstGeom prst="rect">
            <a:avLst/>
          </a:prstGeom>
        </p:spPr>
        <p:txBody>
          <a:bodyPr anchorCtr="0" anchor="t" bIns="45700" lIns="91425" spcFirstLastPara="1" rIns="91425" wrap="square" tIns="45700">
            <a:normAutofit/>
          </a:bodyPr>
          <a:lstStyle/>
          <a:p>
            <a:pPr indent="-381000" lvl="0" marL="457200" rtl="0" algn="l">
              <a:spcBef>
                <a:spcPts val="0"/>
              </a:spcBef>
              <a:spcAft>
                <a:spcPts val="0"/>
              </a:spcAft>
              <a:buSzPts val="2400"/>
              <a:buChar char="●"/>
            </a:pPr>
            <a:r>
              <a:rPr lang="en-US" sz="2400"/>
              <a:t>QML - Used to build  graphical user interface</a:t>
            </a:r>
            <a:endParaRPr sz="2400"/>
          </a:p>
          <a:p>
            <a:pPr indent="-381000" lvl="0" marL="457200" rtl="0" algn="l">
              <a:spcBef>
                <a:spcPts val="0"/>
              </a:spcBef>
              <a:spcAft>
                <a:spcPts val="0"/>
              </a:spcAft>
              <a:buSzPts val="2400"/>
              <a:buChar char="●"/>
            </a:pPr>
            <a:r>
              <a:rPr lang="en-US" sz="2400"/>
              <a:t>C++ - Used for data processing and hardware communication</a:t>
            </a:r>
            <a:endParaRPr sz="2400"/>
          </a:p>
          <a:p>
            <a:pPr indent="-381000" lvl="0" marL="457200" rtl="0" algn="l">
              <a:spcBef>
                <a:spcPts val="0"/>
              </a:spcBef>
              <a:spcAft>
                <a:spcPts val="0"/>
              </a:spcAft>
              <a:buSzPts val="2400"/>
              <a:buChar char="●"/>
            </a:pPr>
            <a:r>
              <a:rPr lang="en-US" sz="2400"/>
              <a:t>OpenCV - Used for calibration and visual image processing</a:t>
            </a:r>
            <a:endParaRPr sz="2400"/>
          </a:p>
        </p:txBody>
      </p:sp>
      <p:sp>
        <p:nvSpPr>
          <p:cNvPr id="216" name="Google Shape;216;h334d804c88c416cd_0_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1" name="Shape 221"/>
        <p:cNvGrpSpPr/>
        <p:nvPr/>
      </p:nvGrpSpPr>
      <p:grpSpPr>
        <a:xfrm>
          <a:off x="0" y="0"/>
          <a:ext cx="0" cy="0"/>
          <a:chOff x="0" y="0"/>
          <a:chExt cx="0" cy="0"/>
        </a:xfrm>
      </p:grpSpPr>
      <p:sp>
        <p:nvSpPr>
          <p:cNvPr id="222" name="Google Shape;222;h2bbe9d0b7c574b56_1_0"/>
          <p:cNvSpPr txBox="1"/>
          <p:nvPr>
            <p:ph idx="12" type="sldNum"/>
          </p:nvPr>
        </p:nvSpPr>
        <p:spPr>
          <a:xfrm>
            <a:off x="8512134" y="4749901"/>
            <a:ext cx="548700" cy="393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r>
              <a:rPr lang="en-US">
                <a:solidFill>
                  <a:srgbClr val="F1C232"/>
                </a:solidFill>
              </a:rPr>
              <a:t>17</a:t>
            </a:r>
            <a:endParaRPr>
              <a:solidFill>
                <a:srgbClr val="F1C232"/>
              </a:solidFill>
            </a:endParaRPr>
          </a:p>
        </p:txBody>
      </p:sp>
      <p:sp>
        <p:nvSpPr>
          <p:cNvPr id="223" name="Google Shape;223;h2bbe9d0b7c574b56_1_0"/>
          <p:cNvSpPr txBox="1"/>
          <p:nvPr>
            <p:ph type="title"/>
          </p:nvPr>
        </p:nvSpPr>
        <p:spPr>
          <a:xfrm>
            <a:off x="1100550" y="1202150"/>
            <a:ext cx="6942900" cy="23658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sz="5600">
                <a:solidFill>
                  <a:srgbClr val="F1C232"/>
                </a:solidFill>
              </a:rPr>
              <a:t>System Features</a:t>
            </a:r>
            <a:endParaRPr sz="5600">
              <a:solidFill>
                <a:srgbClr val="F1C23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h2bbe9d0b7c574b56_1_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grpSp>
        <p:nvGrpSpPr>
          <p:cNvPr id="230" name="Google Shape;230;h2bbe9d0b7c574b56_1_6"/>
          <p:cNvGrpSpPr/>
          <p:nvPr/>
        </p:nvGrpSpPr>
        <p:grpSpPr>
          <a:xfrm>
            <a:off x="3020700" y="695700"/>
            <a:ext cx="3102600" cy="2944200"/>
            <a:chOff x="3020700" y="767525"/>
            <a:chExt cx="3102600" cy="2944200"/>
          </a:xfrm>
        </p:grpSpPr>
        <p:grpSp>
          <p:nvGrpSpPr>
            <p:cNvPr id="231" name="Google Shape;231;h2bbe9d0b7c574b56_1_6"/>
            <p:cNvGrpSpPr/>
            <p:nvPr/>
          </p:nvGrpSpPr>
          <p:grpSpPr>
            <a:xfrm>
              <a:off x="3020700" y="767525"/>
              <a:ext cx="3102600" cy="2944200"/>
              <a:chOff x="0" y="0"/>
              <a:chExt cx="3102600" cy="2944200"/>
            </a:xfrm>
          </p:grpSpPr>
          <p:sp>
            <p:nvSpPr>
              <p:cNvPr id="232" name="Google Shape;232;h2bbe9d0b7c574b56_1_6"/>
              <p:cNvSpPr/>
              <p:nvPr/>
            </p:nvSpPr>
            <p:spPr>
              <a:xfrm>
                <a:off x="0" y="0"/>
                <a:ext cx="3102600" cy="2944200"/>
              </a:xfrm>
              <a:prstGeom prst="flowChartOr">
                <a:avLst/>
              </a:prstGeom>
              <a:solidFill>
                <a:schemeClr val="lt1"/>
              </a:solidFill>
              <a:ln cap="flat" cmpd="sng" w="21025">
                <a:solidFill>
                  <a:schemeClr val="dk1"/>
                </a:solidFill>
                <a:prstDash val="solid"/>
                <a:round/>
                <a:headEnd len="sm" w="sm" type="none"/>
                <a:tailEnd len="sm" w="sm" type="none"/>
              </a:ln>
            </p:spPr>
            <p:txBody>
              <a:bodyPr anchorCtr="0" anchor="ctr" bIns="67225" lIns="67225" spcFirstLastPara="1" rIns="67225" wrap="square" tIns="67225">
                <a:noAutofit/>
              </a:bodyPr>
              <a:lstStyle/>
              <a:p>
                <a:pPr indent="0" lvl="0" marL="0" rtl="0" algn="ctr">
                  <a:spcBef>
                    <a:spcPts val="0"/>
                  </a:spcBef>
                  <a:spcAft>
                    <a:spcPts val="0"/>
                  </a:spcAft>
                  <a:buNone/>
                </a:pPr>
                <a:r>
                  <a:t/>
                </a:r>
                <a:endParaRPr sz="1030">
                  <a:highlight>
                    <a:schemeClr val="lt1"/>
                  </a:highlight>
                </a:endParaRPr>
              </a:p>
            </p:txBody>
          </p:sp>
          <p:sp>
            <p:nvSpPr>
              <p:cNvPr id="233" name="Google Shape;233;h2bbe9d0b7c574b56_1_6"/>
              <p:cNvSpPr/>
              <p:nvPr/>
            </p:nvSpPr>
            <p:spPr>
              <a:xfrm>
                <a:off x="946497" y="896197"/>
                <a:ext cx="1209600" cy="1152000"/>
              </a:xfrm>
              <a:prstGeom prst="ellipse">
                <a:avLst/>
              </a:prstGeom>
              <a:solidFill>
                <a:schemeClr val="lt1"/>
              </a:solidFill>
              <a:ln cap="flat" cmpd="sng" w="21025">
                <a:solidFill>
                  <a:schemeClr val="dk2"/>
                </a:solidFill>
                <a:prstDash val="solid"/>
                <a:round/>
                <a:headEnd len="sm" w="sm" type="none"/>
                <a:tailEnd len="sm" w="sm" type="none"/>
              </a:ln>
            </p:spPr>
            <p:txBody>
              <a:bodyPr anchorCtr="0" anchor="ctr" bIns="67225" lIns="67225" spcFirstLastPara="1" rIns="67225" wrap="square" tIns="67225">
                <a:noAutofit/>
              </a:bodyPr>
              <a:lstStyle/>
              <a:p>
                <a:pPr indent="0" lvl="0" marL="0" rtl="0" algn="ctr">
                  <a:spcBef>
                    <a:spcPts val="0"/>
                  </a:spcBef>
                  <a:spcAft>
                    <a:spcPts val="0"/>
                  </a:spcAft>
                  <a:buNone/>
                </a:pPr>
                <a:r>
                  <a:t/>
                </a:r>
                <a:endParaRPr sz="1030"/>
              </a:p>
            </p:txBody>
          </p:sp>
        </p:grpSp>
        <p:pic>
          <p:nvPicPr>
            <p:cNvPr id="234" name="Google Shape;234;h2bbe9d0b7c574b56_1_6"/>
            <p:cNvPicPr preferRelativeResize="0"/>
            <p:nvPr/>
          </p:nvPicPr>
          <p:blipFill>
            <a:blip r:embed="rId3">
              <a:alphaModFix/>
            </a:blip>
            <a:stretch>
              <a:fillRect/>
            </a:stretch>
          </p:blipFill>
          <p:spPr>
            <a:xfrm>
              <a:off x="4044636" y="2042825"/>
              <a:ext cx="1054722" cy="393600"/>
            </a:xfrm>
            <a:prstGeom prst="rect">
              <a:avLst/>
            </a:prstGeom>
            <a:noFill/>
            <a:ln cap="flat" cmpd="sng" w="9525">
              <a:solidFill>
                <a:schemeClr val="lt1"/>
              </a:solidFill>
              <a:prstDash val="solid"/>
              <a:round/>
              <a:headEnd len="sm" w="sm" type="none"/>
              <a:tailEnd len="sm" w="sm" type="none"/>
            </a:ln>
          </p:spPr>
        </p:pic>
      </p:grpSp>
      <p:sp>
        <p:nvSpPr>
          <p:cNvPr id="235" name="Google Shape;235;h2bbe9d0b7c574b56_1_6"/>
          <p:cNvSpPr/>
          <p:nvPr/>
        </p:nvSpPr>
        <p:spPr>
          <a:xfrm>
            <a:off x="319575" y="127575"/>
            <a:ext cx="2163300" cy="1983900"/>
          </a:xfrm>
          <a:prstGeom prst="roundRect">
            <a:avLst>
              <a:gd fmla="val 16667" name="adj"/>
            </a:avLst>
          </a:prstGeom>
          <a:solidFill>
            <a:srgbClr val="E6772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 name="Google Shape;236;h2bbe9d0b7c574b56_1_6"/>
          <p:cNvSpPr/>
          <p:nvPr/>
        </p:nvSpPr>
        <p:spPr>
          <a:xfrm>
            <a:off x="319575" y="2200525"/>
            <a:ext cx="2163300" cy="1983900"/>
          </a:xfrm>
          <a:prstGeom prst="roundRect">
            <a:avLst>
              <a:gd fmla="val 16667" name="adj"/>
            </a:avLst>
          </a:prstGeom>
          <a:solidFill>
            <a:srgbClr val="74577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7" name="Google Shape;237;h2bbe9d0b7c574b56_1_6"/>
          <p:cNvSpPr/>
          <p:nvPr/>
        </p:nvSpPr>
        <p:spPr>
          <a:xfrm>
            <a:off x="6661125" y="127575"/>
            <a:ext cx="2163300" cy="1983900"/>
          </a:xfrm>
          <a:prstGeom prst="roundRect">
            <a:avLst>
              <a:gd fmla="val 16667" name="adj"/>
            </a:avLst>
          </a:prstGeom>
          <a:solidFill>
            <a:srgbClr val="4B64A5"/>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 name="Google Shape;238;h2bbe9d0b7c574b56_1_6"/>
          <p:cNvSpPr/>
          <p:nvPr/>
        </p:nvSpPr>
        <p:spPr>
          <a:xfrm>
            <a:off x="6661125" y="2200525"/>
            <a:ext cx="2163300" cy="1983900"/>
          </a:xfrm>
          <a:prstGeom prst="roundRect">
            <a:avLst>
              <a:gd fmla="val 16667" name="adj"/>
            </a:avLst>
          </a:prstGeom>
          <a:solidFill>
            <a:srgbClr val="16889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9" name="Google Shape;239;h2bbe9d0b7c574b56_1_6"/>
          <p:cNvSpPr txBox="1"/>
          <p:nvPr/>
        </p:nvSpPr>
        <p:spPr>
          <a:xfrm>
            <a:off x="366974" y="249300"/>
            <a:ext cx="20685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700">
                <a:solidFill>
                  <a:schemeClr val="lt1"/>
                </a:solidFill>
              </a:rPr>
              <a:t>Sandbox State</a:t>
            </a:r>
            <a:endParaRPr sz="1700">
              <a:solidFill>
                <a:schemeClr val="lt1"/>
              </a:solidFill>
            </a:endParaRPr>
          </a:p>
        </p:txBody>
      </p:sp>
      <p:cxnSp>
        <p:nvCxnSpPr>
          <p:cNvPr id="240" name="Google Shape;240;h2bbe9d0b7c574b56_1_6"/>
          <p:cNvCxnSpPr>
            <a:stCxn id="235" idx="3"/>
            <a:endCxn id="232" idx="1"/>
          </p:cNvCxnSpPr>
          <p:nvPr/>
        </p:nvCxnSpPr>
        <p:spPr>
          <a:xfrm>
            <a:off x="2482875" y="1119525"/>
            <a:ext cx="992100" cy="7200"/>
          </a:xfrm>
          <a:prstGeom prst="straightConnector1">
            <a:avLst/>
          </a:prstGeom>
          <a:noFill/>
          <a:ln cap="flat" cmpd="sng" w="9525">
            <a:solidFill>
              <a:schemeClr val="accent6"/>
            </a:solidFill>
            <a:prstDash val="solid"/>
            <a:round/>
            <a:headEnd len="med" w="med" type="none"/>
            <a:tailEnd len="med" w="med" type="none"/>
          </a:ln>
        </p:spPr>
      </p:cxnSp>
      <p:cxnSp>
        <p:nvCxnSpPr>
          <p:cNvPr id="241" name="Google Shape;241;h2bbe9d0b7c574b56_1_6"/>
          <p:cNvCxnSpPr>
            <a:stCxn id="236" idx="3"/>
            <a:endCxn id="232" idx="3"/>
          </p:cNvCxnSpPr>
          <p:nvPr/>
        </p:nvCxnSpPr>
        <p:spPr>
          <a:xfrm>
            <a:off x="2482875" y="3192475"/>
            <a:ext cx="992100" cy="16200"/>
          </a:xfrm>
          <a:prstGeom prst="straightConnector1">
            <a:avLst/>
          </a:prstGeom>
          <a:noFill/>
          <a:ln cap="flat" cmpd="sng" w="9525">
            <a:solidFill>
              <a:schemeClr val="accent4"/>
            </a:solidFill>
            <a:prstDash val="solid"/>
            <a:round/>
            <a:headEnd len="med" w="med" type="none"/>
            <a:tailEnd len="med" w="med" type="none"/>
          </a:ln>
        </p:spPr>
      </p:cxnSp>
      <p:cxnSp>
        <p:nvCxnSpPr>
          <p:cNvPr id="242" name="Google Shape;242;h2bbe9d0b7c574b56_1_6"/>
          <p:cNvCxnSpPr>
            <a:stCxn id="232" idx="7"/>
            <a:endCxn id="237" idx="1"/>
          </p:cNvCxnSpPr>
          <p:nvPr/>
        </p:nvCxnSpPr>
        <p:spPr>
          <a:xfrm flipH="1" rot="10800000">
            <a:off x="5668935" y="1119668"/>
            <a:ext cx="992100" cy="7200"/>
          </a:xfrm>
          <a:prstGeom prst="straightConnector1">
            <a:avLst/>
          </a:prstGeom>
          <a:noFill/>
          <a:ln cap="flat" cmpd="sng" w="9525">
            <a:solidFill>
              <a:srgbClr val="4B64A5"/>
            </a:solidFill>
            <a:prstDash val="solid"/>
            <a:round/>
            <a:headEnd len="med" w="med" type="none"/>
            <a:tailEnd len="med" w="med" type="none"/>
          </a:ln>
        </p:spPr>
      </p:cxnSp>
      <p:cxnSp>
        <p:nvCxnSpPr>
          <p:cNvPr id="243" name="Google Shape;243;h2bbe9d0b7c574b56_1_6"/>
          <p:cNvCxnSpPr>
            <a:stCxn id="232" idx="5"/>
            <a:endCxn id="238" idx="1"/>
          </p:cNvCxnSpPr>
          <p:nvPr/>
        </p:nvCxnSpPr>
        <p:spPr>
          <a:xfrm flipH="1" rot="10800000">
            <a:off x="5668935" y="3192532"/>
            <a:ext cx="992100" cy="16200"/>
          </a:xfrm>
          <a:prstGeom prst="straightConnector1">
            <a:avLst/>
          </a:prstGeom>
          <a:noFill/>
          <a:ln cap="flat" cmpd="sng" w="9525">
            <a:solidFill>
              <a:srgbClr val="16889B"/>
            </a:solidFill>
            <a:prstDash val="solid"/>
            <a:round/>
            <a:headEnd len="med" w="med" type="none"/>
            <a:tailEnd len="med" w="med" type="none"/>
          </a:ln>
        </p:spPr>
      </p:cxnSp>
      <p:sp>
        <p:nvSpPr>
          <p:cNvPr id="244" name="Google Shape;244;h2bbe9d0b7c574b56_1_6"/>
          <p:cNvSpPr txBox="1"/>
          <p:nvPr/>
        </p:nvSpPr>
        <p:spPr>
          <a:xfrm>
            <a:off x="494575" y="630200"/>
            <a:ext cx="1822200" cy="128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lt1"/>
                </a:solidFill>
              </a:rPr>
              <a:t>-3D Shape of Sand</a:t>
            </a:r>
            <a:endParaRPr sz="1200">
              <a:solidFill>
                <a:schemeClr val="lt1"/>
              </a:solidFill>
            </a:endParaRPr>
          </a:p>
          <a:p>
            <a:pPr indent="0" lvl="0" marL="0" rtl="0" algn="l">
              <a:spcBef>
                <a:spcPts val="0"/>
              </a:spcBef>
              <a:spcAft>
                <a:spcPts val="0"/>
              </a:spcAft>
              <a:buNone/>
            </a:pPr>
            <a:r>
              <a:rPr lang="en-US" sz="1200">
                <a:solidFill>
                  <a:schemeClr val="lt1"/>
                </a:solidFill>
              </a:rPr>
              <a:t>-</a:t>
            </a:r>
            <a:r>
              <a:rPr lang="en-US" sz="1200">
                <a:solidFill>
                  <a:schemeClr val="lt1"/>
                </a:solidFill>
              </a:rPr>
              <a:t>Continuous</a:t>
            </a:r>
            <a:r>
              <a:rPr lang="en-US" sz="1200">
                <a:solidFill>
                  <a:schemeClr val="lt1"/>
                </a:solidFill>
              </a:rPr>
              <a:t> Updates to the internal </a:t>
            </a:r>
            <a:r>
              <a:rPr lang="en-US" sz="1200">
                <a:solidFill>
                  <a:schemeClr val="lt1"/>
                </a:solidFill>
              </a:rPr>
              <a:t>terrain</a:t>
            </a:r>
            <a:r>
              <a:rPr lang="en-US" sz="1200">
                <a:solidFill>
                  <a:schemeClr val="lt1"/>
                </a:solidFill>
              </a:rPr>
              <a:t> model</a:t>
            </a:r>
            <a:endParaRPr sz="1200">
              <a:solidFill>
                <a:schemeClr val="lt1"/>
              </a:solidFill>
            </a:endParaRPr>
          </a:p>
          <a:p>
            <a:pPr indent="0" lvl="0" marL="0" rtl="0" algn="l">
              <a:spcBef>
                <a:spcPts val="0"/>
              </a:spcBef>
              <a:spcAft>
                <a:spcPts val="0"/>
              </a:spcAft>
              <a:buNone/>
            </a:pPr>
            <a:r>
              <a:rPr lang="en-US" sz="1200">
                <a:solidFill>
                  <a:schemeClr val="lt1"/>
                </a:solidFill>
              </a:rPr>
              <a:t>-Active hand, and gesture tracking</a:t>
            </a:r>
            <a:endParaRPr sz="1200">
              <a:solidFill>
                <a:schemeClr val="lt1"/>
              </a:solidFill>
            </a:endParaRPr>
          </a:p>
        </p:txBody>
      </p:sp>
      <p:sp>
        <p:nvSpPr>
          <p:cNvPr id="245" name="Google Shape;245;h2bbe9d0b7c574b56_1_6"/>
          <p:cNvSpPr txBox="1"/>
          <p:nvPr/>
        </p:nvSpPr>
        <p:spPr>
          <a:xfrm>
            <a:off x="366974" y="2360175"/>
            <a:ext cx="2068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a:solidFill>
                  <a:schemeClr val="lt1"/>
                </a:solidFill>
              </a:rPr>
              <a:t>Responsive Projection</a:t>
            </a:r>
            <a:endParaRPr>
              <a:solidFill>
                <a:schemeClr val="lt1"/>
              </a:solidFill>
            </a:endParaRPr>
          </a:p>
        </p:txBody>
      </p:sp>
      <p:sp>
        <p:nvSpPr>
          <p:cNvPr id="246" name="Google Shape;246;h2bbe9d0b7c574b56_1_6"/>
          <p:cNvSpPr txBox="1"/>
          <p:nvPr/>
        </p:nvSpPr>
        <p:spPr>
          <a:xfrm>
            <a:off x="494575" y="2696200"/>
            <a:ext cx="1822200" cy="128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lt1"/>
                </a:solidFill>
              </a:rPr>
              <a:t>-Maps Visuals to the Detected Terrain</a:t>
            </a:r>
            <a:endParaRPr sz="1200">
              <a:solidFill>
                <a:schemeClr val="lt1"/>
              </a:solidFill>
            </a:endParaRPr>
          </a:p>
          <a:p>
            <a:pPr indent="0" lvl="0" marL="0" rtl="0" algn="l">
              <a:spcBef>
                <a:spcPts val="0"/>
              </a:spcBef>
              <a:spcAft>
                <a:spcPts val="0"/>
              </a:spcAft>
              <a:buNone/>
            </a:pPr>
            <a:r>
              <a:rPr lang="en-US" sz="1200">
                <a:solidFill>
                  <a:schemeClr val="lt1"/>
                </a:solidFill>
              </a:rPr>
              <a:t>-Updates Projected Content </a:t>
            </a:r>
            <a:endParaRPr sz="1200">
              <a:solidFill>
                <a:schemeClr val="lt1"/>
              </a:solidFill>
            </a:endParaRPr>
          </a:p>
          <a:p>
            <a:pPr indent="0" lvl="0" marL="0" rtl="0" algn="l">
              <a:spcBef>
                <a:spcPts val="0"/>
              </a:spcBef>
              <a:spcAft>
                <a:spcPts val="0"/>
              </a:spcAft>
              <a:buNone/>
            </a:pPr>
            <a:r>
              <a:rPr lang="en-US" sz="1200">
                <a:solidFill>
                  <a:schemeClr val="lt1"/>
                </a:solidFill>
              </a:rPr>
              <a:t>-Displays System UI and Menus</a:t>
            </a:r>
            <a:endParaRPr sz="1200">
              <a:solidFill>
                <a:schemeClr val="lt1"/>
              </a:solidFill>
            </a:endParaRPr>
          </a:p>
        </p:txBody>
      </p:sp>
      <p:sp>
        <p:nvSpPr>
          <p:cNvPr id="247" name="Google Shape;247;h2bbe9d0b7c574b56_1_6"/>
          <p:cNvSpPr txBox="1"/>
          <p:nvPr/>
        </p:nvSpPr>
        <p:spPr>
          <a:xfrm>
            <a:off x="6708524" y="249300"/>
            <a:ext cx="20685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700">
                <a:solidFill>
                  <a:schemeClr val="lt1"/>
                </a:solidFill>
              </a:rPr>
              <a:t>Secure Enclosure</a:t>
            </a:r>
            <a:endParaRPr sz="1700">
              <a:solidFill>
                <a:schemeClr val="lt1"/>
              </a:solidFill>
            </a:endParaRPr>
          </a:p>
        </p:txBody>
      </p:sp>
      <p:sp>
        <p:nvSpPr>
          <p:cNvPr id="248" name="Google Shape;248;h2bbe9d0b7c574b56_1_6"/>
          <p:cNvSpPr txBox="1"/>
          <p:nvPr/>
        </p:nvSpPr>
        <p:spPr>
          <a:xfrm>
            <a:off x="6827225" y="540425"/>
            <a:ext cx="1822200" cy="128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lt1"/>
                </a:solidFill>
              </a:rPr>
              <a:t>-Protects internal electrical/computational components</a:t>
            </a:r>
            <a:endParaRPr sz="1200">
              <a:solidFill>
                <a:schemeClr val="lt1"/>
              </a:solidFill>
            </a:endParaRPr>
          </a:p>
          <a:p>
            <a:pPr indent="0" lvl="0" marL="0" rtl="0" algn="l">
              <a:spcBef>
                <a:spcPts val="0"/>
              </a:spcBef>
              <a:spcAft>
                <a:spcPts val="0"/>
              </a:spcAft>
              <a:buNone/>
            </a:pPr>
            <a:r>
              <a:rPr lang="en-US" sz="1200">
                <a:solidFill>
                  <a:schemeClr val="lt1"/>
                </a:solidFill>
              </a:rPr>
              <a:t>-Prevents Unauthorized </a:t>
            </a:r>
            <a:r>
              <a:rPr lang="en-US" sz="1200">
                <a:solidFill>
                  <a:schemeClr val="lt1"/>
                </a:solidFill>
              </a:rPr>
              <a:t>Access</a:t>
            </a:r>
            <a:endParaRPr sz="1200">
              <a:solidFill>
                <a:schemeClr val="lt1"/>
              </a:solidFill>
            </a:endParaRPr>
          </a:p>
          <a:p>
            <a:pPr indent="0" lvl="0" marL="0" rtl="0" algn="l">
              <a:spcBef>
                <a:spcPts val="0"/>
              </a:spcBef>
              <a:spcAft>
                <a:spcPts val="0"/>
              </a:spcAft>
              <a:buNone/>
            </a:pPr>
            <a:r>
              <a:rPr lang="en-US" sz="1200">
                <a:solidFill>
                  <a:schemeClr val="lt1"/>
                </a:solidFill>
              </a:rPr>
              <a:t>-Allows </a:t>
            </a:r>
            <a:r>
              <a:rPr lang="en-US" sz="1200">
                <a:solidFill>
                  <a:schemeClr val="lt1"/>
                </a:solidFill>
              </a:rPr>
              <a:t>Maintenance</a:t>
            </a:r>
            <a:r>
              <a:rPr lang="en-US" sz="1200">
                <a:solidFill>
                  <a:schemeClr val="lt1"/>
                </a:solidFill>
              </a:rPr>
              <a:t> Access</a:t>
            </a:r>
            <a:endParaRPr sz="1200">
              <a:solidFill>
                <a:schemeClr val="lt1"/>
              </a:solidFill>
            </a:endParaRPr>
          </a:p>
        </p:txBody>
      </p:sp>
      <p:sp>
        <p:nvSpPr>
          <p:cNvPr id="249" name="Google Shape;249;h2bbe9d0b7c574b56_1_6"/>
          <p:cNvSpPr txBox="1"/>
          <p:nvPr/>
        </p:nvSpPr>
        <p:spPr>
          <a:xfrm>
            <a:off x="6708524" y="2277375"/>
            <a:ext cx="20685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700">
                <a:solidFill>
                  <a:schemeClr val="lt1"/>
                </a:solidFill>
              </a:rPr>
              <a:t>Repository</a:t>
            </a:r>
            <a:endParaRPr sz="1700">
              <a:solidFill>
                <a:schemeClr val="lt1"/>
              </a:solidFill>
            </a:endParaRPr>
          </a:p>
        </p:txBody>
      </p:sp>
      <p:sp>
        <p:nvSpPr>
          <p:cNvPr id="250" name="Google Shape;250;h2bbe9d0b7c574b56_1_6"/>
          <p:cNvSpPr txBox="1"/>
          <p:nvPr/>
        </p:nvSpPr>
        <p:spPr>
          <a:xfrm>
            <a:off x="6827225" y="2558775"/>
            <a:ext cx="1822200" cy="128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lt1"/>
                </a:solidFill>
              </a:rPr>
              <a:t>- Allows Developers to upload lesson plans</a:t>
            </a:r>
            <a:endParaRPr sz="1200">
              <a:solidFill>
                <a:schemeClr val="lt1"/>
              </a:solidFill>
            </a:endParaRPr>
          </a:p>
          <a:p>
            <a:pPr indent="0" lvl="0" marL="0" rtl="0" algn="l">
              <a:spcBef>
                <a:spcPts val="0"/>
              </a:spcBef>
              <a:spcAft>
                <a:spcPts val="0"/>
              </a:spcAft>
              <a:buNone/>
            </a:pPr>
            <a:r>
              <a:rPr lang="en-US" sz="1200">
                <a:solidFill>
                  <a:schemeClr val="lt1"/>
                </a:solidFill>
              </a:rPr>
              <a:t>- Allows Educators to download lesson plans</a:t>
            </a:r>
            <a:endParaRPr sz="1200">
              <a:solidFill>
                <a:schemeClr val="lt1"/>
              </a:solidFill>
            </a:endParaRPr>
          </a:p>
        </p:txBody>
      </p:sp>
      <p:sp>
        <p:nvSpPr>
          <p:cNvPr id="251" name="Google Shape;251;h2bbe9d0b7c574b56_1_6"/>
          <p:cNvSpPr txBox="1"/>
          <p:nvPr/>
        </p:nvSpPr>
        <p:spPr>
          <a:xfrm>
            <a:off x="3358025" y="1195725"/>
            <a:ext cx="992100" cy="55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200">
                <a:solidFill>
                  <a:schemeClr val="accent6"/>
                </a:solidFill>
              </a:rPr>
              <a:t>Sandbox State</a:t>
            </a:r>
            <a:endParaRPr sz="1200">
              <a:solidFill>
                <a:schemeClr val="accent6"/>
              </a:solidFill>
            </a:endParaRPr>
          </a:p>
        </p:txBody>
      </p:sp>
      <p:sp>
        <p:nvSpPr>
          <p:cNvPr id="252" name="Google Shape;252;h2bbe9d0b7c574b56_1_6"/>
          <p:cNvSpPr txBox="1"/>
          <p:nvPr/>
        </p:nvSpPr>
        <p:spPr>
          <a:xfrm>
            <a:off x="4829925" y="1195725"/>
            <a:ext cx="992100" cy="55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200">
                <a:solidFill>
                  <a:srgbClr val="4B64A5"/>
                </a:solidFill>
              </a:rPr>
              <a:t>Secure </a:t>
            </a:r>
            <a:endParaRPr sz="1200">
              <a:solidFill>
                <a:srgbClr val="4B64A5"/>
              </a:solidFill>
            </a:endParaRPr>
          </a:p>
          <a:p>
            <a:pPr indent="0" lvl="0" marL="0" rtl="0" algn="ctr">
              <a:spcBef>
                <a:spcPts val="0"/>
              </a:spcBef>
              <a:spcAft>
                <a:spcPts val="0"/>
              </a:spcAft>
              <a:buNone/>
            </a:pPr>
            <a:r>
              <a:rPr lang="en-US" sz="1200">
                <a:solidFill>
                  <a:srgbClr val="4B64A5"/>
                </a:solidFill>
              </a:rPr>
              <a:t>Enclosure</a:t>
            </a:r>
            <a:endParaRPr sz="1200">
              <a:solidFill>
                <a:srgbClr val="4B64A5"/>
              </a:solidFill>
            </a:endParaRPr>
          </a:p>
        </p:txBody>
      </p:sp>
      <p:sp>
        <p:nvSpPr>
          <p:cNvPr id="253" name="Google Shape;253;h2bbe9d0b7c574b56_1_6"/>
          <p:cNvSpPr txBox="1"/>
          <p:nvPr/>
        </p:nvSpPr>
        <p:spPr>
          <a:xfrm>
            <a:off x="3358025" y="2571750"/>
            <a:ext cx="992100" cy="55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200">
                <a:solidFill>
                  <a:srgbClr val="745776"/>
                </a:solidFill>
              </a:rPr>
              <a:t>Responsive</a:t>
            </a:r>
            <a:endParaRPr sz="1200">
              <a:solidFill>
                <a:srgbClr val="745776"/>
              </a:solidFill>
            </a:endParaRPr>
          </a:p>
          <a:p>
            <a:pPr indent="0" lvl="0" marL="0" rtl="0" algn="ctr">
              <a:spcBef>
                <a:spcPts val="0"/>
              </a:spcBef>
              <a:spcAft>
                <a:spcPts val="0"/>
              </a:spcAft>
              <a:buNone/>
            </a:pPr>
            <a:r>
              <a:rPr lang="en-US" sz="1200">
                <a:solidFill>
                  <a:srgbClr val="745776"/>
                </a:solidFill>
              </a:rPr>
              <a:t>Projection</a:t>
            </a:r>
            <a:endParaRPr sz="1200">
              <a:solidFill>
                <a:srgbClr val="745776"/>
              </a:solidFill>
            </a:endParaRPr>
          </a:p>
        </p:txBody>
      </p:sp>
      <p:sp>
        <p:nvSpPr>
          <p:cNvPr id="254" name="Google Shape;254;h2bbe9d0b7c574b56_1_6"/>
          <p:cNvSpPr txBox="1"/>
          <p:nvPr/>
        </p:nvSpPr>
        <p:spPr>
          <a:xfrm>
            <a:off x="4829925" y="2680200"/>
            <a:ext cx="992100" cy="33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200">
                <a:solidFill>
                  <a:srgbClr val="16889B"/>
                </a:solidFill>
              </a:rPr>
              <a:t>Repository</a:t>
            </a:r>
            <a:endParaRPr sz="1200">
              <a:solidFill>
                <a:srgbClr val="16889B"/>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h2bbe9d0b7c574b56_1_63"/>
          <p:cNvSpPr txBox="1"/>
          <p:nvPr>
            <p:ph idx="12" type="sldNum"/>
          </p:nvPr>
        </p:nvSpPr>
        <p:spPr>
          <a:xfrm>
            <a:off x="8487107" y="474990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
        <p:nvSpPr>
          <p:cNvPr id="261" name="Google Shape;261;h2bbe9d0b7c574b56_1_63"/>
          <p:cNvSpPr/>
          <p:nvPr/>
        </p:nvSpPr>
        <p:spPr>
          <a:xfrm>
            <a:off x="261175" y="1572600"/>
            <a:ext cx="1032300" cy="1534200"/>
          </a:xfrm>
          <a:prstGeom prst="rect">
            <a:avLst/>
          </a:prstGeom>
          <a:solidFill>
            <a:srgbClr val="FEF8E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2" name="Google Shape;262;h2bbe9d0b7c574b56_1_63"/>
          <p:cNvSpPr/>
          <p:nvPr/>
        </p:nvSpPr>
        <p:spPr>
          <a:xfrm>
            <a:off x="2128076" y="1572600"/>
            <a:ext cx="1032300" cy="1534200"/>
          </a:xfrm>
          <a:prstGeom prst="rect">
            <a:avLst/>
          </a:prstGeom>
          <a:solidFill>
            <a:srgbClr val="FEF8E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h2bbe9d0b7c574b56_1_63"/>
          <p:cNvSpPr/>
          <p:nvPr/>
        </p:nvSpPr>
        <p:spPr>
          <a:xfrm>
            <a:off x="6095869" y="1563231"/>
            <a:ext cx="1032300" cy="1534200"/>
          </a:xfrm>
          <a:prstGeom prst="rect">
            <a:avLst/>
          </a:prstGeom>
          <a:solidFill>
            <a:srgbClr val="FEF8E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h2bbe9d0b7c574b56_1_63"/>
          <p:cNvSpPr/>
          <p:nvPr/>
        </p:nvSpPr>
        <p:spPr>
          <a:xfrm>
            <a:off x="7849250" y="1572600"/>
            <a:ext cx="1032300" cy="1534200"/>
          </a:xfrm>
          <a:prstGeom prst="rect">
            <a:avLst/>
          </a:prstGeom>
          <a:solidFill>
            <a:srgbClr val="FEF8E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5" name="Google Shape;265;h2bbe9d0b7c574b56_1_63"/>
          <p:cNvSpPr/>
          <p:nvPr/>
        </p:nvSpPr>
        <p:spPr>
          <a:xfrm>
            <a:off x="3880319" y="1391925"/>
            <a:ext cx="1490100" cy="1714800"/>
          </a:xfrm>
          <a:prstGeom prst="rect">
            <a:avLst/>
          </a:prstGeom>
          <a:solidFill>
            <a:srgbClr val="FEF8E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66" name="Google Shape;266;h2bbe9d0b7c574b56_1_63"/>
          <p:cNvGrpSpPr/>
          <p:nvPr/>
        </p:nvGrpSpPr>
        <p:grpSpPr>
          <a:xfrm>
            <a:off x="-100" y="1391925"/>
            <a:ext cx="9144101" cy="1714887"/>
            <a:chOff x="347852" y="2415239"/>
            <a:chExt cx="9144101" cy="1714887"/>
          </a:xfrm>
        </p:grpSpPr>
        <p:pic>
          <p:nvPicPr>
            <p:cNvPr id="267" name="Google Shape;267;h2bbe9d0b7c574b56_1_63" title="Screenshot 2026-09-27 172048.png"/>
            <p:cNvPicPr preferRelativeResize="0"/>
            <p:nvPr/>
          </p:nvPicPr>
          <p:blipFill rotWithShape="1">
            <a:blip r:embed="rId3">
              <a:alphaModFix/>
            </a:blip>
            <a:srcRect b="10580" l="18856" r="23867" t="32753"/>
            <a:stretch/>
          </p:blipFill>
          <p:spPr>
            <a:xfrm>
              <a:off x="4233372" y="3107311"/>
              <a:ext cx="1482689" cy="1022790"/>
            </a:xfrm>
            <a:prstGeom prst="rect">
              <a:avLst/>
            </a:prstGeom>
            <a:noFill/>
            <a:ln cap="flat" cmpd="sng" w="9675">
              <a:solidFill>
                <a:schemeClr val="dk2"/>
              </a:solidFill>
              <a:prstDash val="solid"/>
              <a:round/>
              <a:headEnd len="sm" w="sm" type="none"/>
              <a:tailEnd len="sm" w="sm" type="none"/>
            </a:ln>
          </p:spPr>
        </p:pic>
        <p:pic>
          <p:nvPicPr>
            <p:cNvPr descr="Photography camera icon, blue color (Provided by Getty Images)" id="268" name="Google Shape;268;h2bbe9d0b7c574b56_1_63"/>
            <p:cNvPicPr preferRelativeResize="0"/>
            <p:nvPr/>
          </p:nvPicPr>
          <p:blipFill>
            <a:blip r:embed="rId4">
              <a:alphaModFix/>
            </a:blip>
            <a:stretch>
              <a:fillRect/>
            </a:stretch>
          </p:blipFill>
          <p:spPr>
            <a:xfrm>
              <a:off x="616448" y="3107311"/>
              <a:ext cx="1022792" cy="1022792"/>
            </a:xfrm>
            <a:prstGeom prst="rect">
              <a:avLst/>
            </a:prstGeom>
            <a:noFill/>
            <a:ln cap="flat" cmpd="sng" w="9675">
              <a:solidFill>
                <a:schemeClr val="dk2"/>
              </a:solidFill>
              <a:prstDash val="solid"/>
              <a:round/>
              <a:headEnd len="sm" w="sm" type="none"/>
              <a:tailEnd len="sm" w="sm" type="none"/>
            </a:ln>
          </p:spPr>
        </p:pic>
        <p:cxnSp>
          <p:nvCxnSpPr>
            <p:cNvPr id="269" name="Google Shape;269;h2bbe9d0b7c574b56_1_63"/>
            <p:cNvCxnSpPr>
              <a:stCxn id="268" idx="3"/>
            </p:cNvCxnSpPr>
            <p:nvPr/>
          </p:nvCxnSpPr>
          <p:spPr>
            <a:xfrm flipH="1" rot="10800000">
              <a:off x="1639240" y="3613007"/>
              <a:ext cx="840300" cy="5700"/>
            </a:xfrm>
            <a:prstGeom prst="straightConnector1">
              <a:avLst/>
            </a:prstGeom>
            <a:noFill/>
            <a:ln cap="flat" cmpd="sng" w="9675">
              <a:solidFill>
                <a:schemeClr val="dk2"/>
              </a:solidFill>
              <a:prstDash val="solid"/>
              <a:round/>
              <a:headEnd len="med" w="med" type="none"/>
              <a:tailEnd len="med" w="med" type="triangle"/>
            </a:ln>
          </p:spPr>
        </p:cxnSp>
        <p:pic>
          <p:nvPicPr>
            <p:cNvPr descr="video recorder icon vector outline illustration (Provided by Getty Images)" id="270" name="Google Shape;270;h2bbe9d0b7c574b56_1_63"/>
            <p:cNvPicPr preferRelativeResize="0"/>
            <p:nvPr/>
          </p:nvPicPr>
          <p:blipFill>
            <a:blip r:embed="rId5">
              <a:alphaModFix/>
            </a:blip>
            <a:stretch>
              <a:fillRect/>
            </a:stretch>
          </p:blipFill>
          <p:spPr>
            <a:xfrm>
              <a:off x="2479717" y="3107311"/>
              <a:ext cx="1022792" cy="1022792"/>
            </a:xfrm>
            <a:prstGeom prst="rect">
              <a:avLst/>
            </a:prstGeom>
            <a:noFill/>
            <a:ln cap="flat" cmpd="sng" w="9675">
              <a:solidFill>
                <a:schemeClr val="dk2"/>
              </a:solidFill>
              <a:prstDash val="solid"/>
              <a:round/>
              <a:headEnd len="sm" w="sm" type="none"/>
              <a:tailEnd len="sm" w="sm" type="none"/>
            </a:ln>
          </p:spPr>
        </p:pic>
        <p:sp>
          <p:nvSpPr>
            <p:cNvPr id="271" name="Google Shape;271;h2bbe9d0b7c574b56_1_63"/>
            <p:cNvSpPr txBox="1"/>
            <p:nvPr/>
          </p:nvSpPr>
          <p:spPr>
            <a:xfrm>
              <a:off x="4229727" y="2415239"/>
              <a:ext cx="1490100" cy="712500"/>
            </a:xfrm>
            <a:prstGeom prst="rect">
              <a:avLst/>
            </a:prstGeom>
            <a:noFill/>
            <a:ln>
              <a:noFill/>
            </a:ln>
          </p:spPr>
          <p:txBody>
            <a:bodyPr anchorCtr="0" anchor="t" bIns="93025" lIns="93025" spcFirstLastPara="1" rIns="93025" wrap="square" tIns="93025">
              <a:noAutofit/>
            </a:bodyPr>
            <a:lstStyle/>
            <a:p>
              <a:pPr indent="0" lvl="0" marL="0" rtl="0" algn="ctr">
                <a:spcBef>
                  <a:spcPts val="0"/>
                </a:spcBef>
                <a:spcAft>
                  <a:spcPts val="0"/>
                </a:spcAft>
                <a:buNone/>
              </a:pPr>
              <a:r>
                <a:rPr lang="en-US" sz="1121">
                  <a:solidFill>
                    <a:schemeClr val="dk2"/>
                  </a:solidFill>
                </a:rPr>
                <a:t>Digital Representation of</a:t>
              </a:r>
              <a:endParaRPr sz="1121">
                <a:solidFill>
                  <a:schemeClr val="dk2"/>
                </a:solidFill>
              </a:endParaRPr>
            </a:p>
            <a:p>
              <a:pPr indent="0" lvl="0" marL="0" rtl="0" algn="ctr">
                <a:spcBef>
                  <a:spcPts val="0"/>
                </a:spcBef>
                <a:spcAft>
                  <a:spcPts val="0"/>
                </a:spcAft>
                <a:buNone/>
              </a:pPr>
              <a:r>
                <a:rPr lang="en-US" sz="1121">
                  <a:solidFill>
                    <a:schemeClr val="dk2"/>
                  </a:solidFill>
                </a:rPr>
                <a:t>Sandbox State</a:t>
              </a:r>
              <a:endParaRPr sz="1121">
                <a:solidFill>
                  <a:schemeClr val="dk2"/>
                </a:solidFill>
              </a:endParaRPr>
            </a:p>
          </p:txBody>
        </p:sp>
        <p:cxnSp>
          <p:nvCxnSpPr>
            <p:cNvPr id="272" name="Google Shape;272;h2bbe9d0b7c574b56_1_63"/>
            <p:cNvCxnSpPr>
              <a:stCxn id="270" idx="3"/>
              <a:endCxn id="267" idx="1"/>
            </p:cNvCxnSpPr>
            <p:nvPr/>
          </p:nvCxnSpPr>
          <p:spPr>
            <a:xfrm>
              <a:off x="3502508" y="3618707"/>
              <a:ext cx="730800" cy="0"/>
            </a:xfrm>
            <a:prstGeom prst="straightConnector1">
              <a:avLst/>
            </a:prstGeom>
            <a:noFill/>
            <a:ln cap="flat" cmpd="sng" w="9675">
              <a:solidFill>
                <a:schemeClr val="dk2"/>
              </a:solidFill>
              <a:prstDash val="solid"/>
              <a:round/>
              <a:headEnd len="med" w="med" type="none"/>
              <a:tailEnd len="med" w="med" type="triangle"/>
            </a:ln>
          </p:spPr>
        </p:cxnSp>
        <p:pic>
          <p:nvPicPr>
            <p:cNvPr id="273" name="Google Shape;273;h2bbe9d0b7c574b56_1_63"/>
            <p:cNvPicPr preferRelativeResize="0"/>
            <p:nvPr/>
          </p:nvPicPr>
          <p:blipFill>
            <a:blip r:embed="rId6">
              <a:alphaModFix/>
            </a:blip>
            <a:stretch>
              <a:fillRect/>
            </a:stretch>
          </p:blipFill>
          <p:spPr>
            <a:xfrm>
              <a:off x="6446911" y="3107304"/>
              <a:ext cx="1022793" cy="1022793"/>
            </a:xfrm>
            <a:prstGeom prst="rect">
              <a:avLst/>
            </a:prstGeom>
            <a:noFill/>
            <a:ln cap="flat" cmpd="sng" w="9675">
              <a:solidFill>
                <a:schemeClr val="dk2"/>
              </a:solidFill>
              <a:prstDash val="solid"/>
              <a:round/>
              <a:headEnd len="sm" w="sm" type="none"/>
              <a:tailEnd len="sm" w="sm" type="none"/>
            </a:ln>
          </p:spPr>
        </p:pic>
        <p:cxnSp>
          <p:nvCxnSpPr>
            <p:cNvPr id="274" name="Google Shape;274;h2bbe9d0b7c574b56_1_63"/>
            <p:cNvCxnSpPr>
              <a:stCxn id="267" idx="3"/>
              <a:endCxn id="273" idx="1"/>
            </p:cNvCxnSpPr>
            <p:nvPr/>
          </p:nvCxnSpPr>
          <p:spPr>
            <a:xfrm>
              <a:off x="5716061" y="3618706"/>
              <a:ext cx="730800" cy="0"/>
            </a:xfrm>
            <a:prstGeom prst="straightConnector1">
              <a:avLst/>
            </a:prstGeom>
            <a:noFill/>
            <a:ln cap="flat" cmpd="sng" w="9675">
              <a:solidFill>
                <a:schemeClr val="dk2"/>
              </a:solidFill>
              <a:prstDash val="solid"/>
              <a:round/>
              <a:headEnd len="med" w="med" type="none"/>
              <a:tailEnd len="med" w="med" type="triangle"/>
            </a:ln>
          </p:spPr>
        </p:cxnSp>
        <p:sp>
          <p:nvSpPr>
            <p:cNvPr id="275" name="Google Shape;275;h2bbe9d0b7c574b56_1_63"/>
            <p:cNvSpPr txBox="1"/>
            <p:nvPr/>
          </p:nvSpPr>
          <p:spPr>
            <a:xfrm>
              <a:off x="6178293" y="2595903"/>
              <a:ext cx="1560000" cy="400800"/>
            </a:xfrm>
            <a:prstGeom prst="rect">
              <a:avLst/>
            </a:prstGeom>
            <a:noFill/>
            <a:ln>
              <a:noFill/>
            </a:ln>
          </p:spPr>
          <p:txBody>
            <a:bodyPr anchorCtr="0" anchor="t" bIns="93025" lIns="93025" spcFirstLastPara="1" rIns="93025" wrap="square" tIns="93025">
              <a:noAutofit/>
            </a:bodyPr>
            <a:lstStyle/>
            <a:p>
              <a:pPr indent="0" lvl="0" marL="0" rtl="0" algn="ctr">
                <a:spcBef>
                  <a:spcPts val="0"/>
                </a:spcBef>
                <a:spcAft>
                  <a:spcPts val="0"/>
                </a:spcAft>
                <a:buNone/>
              </a:pPr>
              <a:r>
                <a:rPr lang="en-US" sz="1221">
                  <a:solidFill>
                    <a:schemeClr val="dk2"/>
                  </a:solidFill>
                </a:rPr>
                <a:t>Generated</a:t>
              </a:r>
              <a:endParaRPr sz="1221">
                <a:solidFill>
                  <a:schemeClr val="dk2"/>
                </a:solidFill>
              </a:endParaRPr>
            </a:p>
            <a:p>
              <a:pPr indent="0" lvl="0" marL="0" rtl="0" algn="ctr">
                <a:spcBef>
                  <a:spcPts val="0"/>
                </a:spcBef>
                <a:spcAft>
                  <a:spcPts val="0"/>
                </a:spcAft>
                <a:buNone/>
              </a:pPr>
              <a:r>
                <a:rPr lang="en-US" sz="1221">
                  <a:solidFill>
                    <a:schemeClr val="dk2"/>
                  </a:solidFill>
                </a:rPr>
                <a:t> Image</a:t>
              </a:r>
              <a:endParaRPr sz="1221">
                <a:solidFill>
                  <a:schemeClr val="dk2"/>
                </a:solidFill>
              </a:endParaRPr>
            </a:p>
          </p:txBody>
        </p:sp>
        <p:pic>
          <p:nvPicPr>
            <p:cNvPr descr="Projector icon vector. Isolated contour symbol illustration (Provided by Getty Images)" id="276" name="Google Shape;276;h2bbe9d0b7c574b56_1_63"/>
            <p:cNvPicPr preferRelativeResize="0"/>
            <p:nvPr/>
          </p:nvPicPr>
          <p:blipFill>
            <a:blip r:embed="rId7">
              <a:alphaModFix/>
            </a:blip>
            <a:stretch>
              <a:fillRect/>
            </a:stretch>
          </p:blipFill>
          <p:spPr>
            <a:xfrm>
              <a:off x="8200552" y="3107325"/>
              <a:ext cx="1022802" cy="1022802"/>
            </a:xfrm>
            <a:prstGeom prst="rect">
              <a:avLst/>
            </a:prstGeom>
            <a:noFill/>
            <a:ln cap="flat" cmpd="sng" w="10300">
              <a:solidFill>
                <a:schemeClr val="dk2"/>
              </a:solidFill>
              <a:prstDash val="solid"/>
              <a:round/>
              <a:headEnd len="sm" w="sm" type="none"/>
              <a:tailEnd len="sm" w="sm" type="none"/>
            </a:ln>
          </p:spPr>
        </p:pic>
        <p:cxnSp>
          <p:nvCxnSpPr>
            <p:cNvPr id="277" name="Google Shape;277;h2bbe9d0b7c574b56_1_63"/>
            <p:cNvCxnSpPr>
              <a:stCxn id="273" idx="3"/>
              <a:endCxn id="276" idx="1"/>
            </p:cNvCxnSpPr>
            <p:nvPr/>
          </p:nvCxnSpPr>
          <p:spPr>
            <a:xfrm>
              <a:off x="7469704" y="3618700"/>
              <a:ext cx="730800" cy="0"/>
            </a:xfrm>
            <a:prstGeom prst="straightConnector1">
              <a:avLst/>
            </a:prstGeom>
            <a:noFill/>
            <a:ln cap="flat" cmpd="sng" w="10300">
              <a:solidFill>
                <a:schemeClr val="dk2"/>
              </a:solidFill>
              <a:prstDash val="solid"/>
              <a:round/>
              <a:headEnd len="med" w="med" type="none"/>
              <a:tailEnd len="med" w="med" type="triangle"/>
            </a:ln>
          </p:spPr>
        </p:cxnSp>
        <p:sp>
          <p:nvSpPr>
            <p:cNvPr id="278" name="Google Shape;278;h2bbe9d0b7c574b56_1_63"/>
            <p:cNvSpPr txBox="1"/>
            <p:nvPr/>
          </p:nvSpPr>
          <p:spPr>
            <a:xfrm>
              <a:off x="2208353" y="2685915"/>
              <a:ext cx="1560000" cy="310800"/>
            </a:xfrm>
            <a:prstGeom prst="rect">
              <a:avLst/>
            </a:prstGeom>
            <a:noFill/>
            <a:ln>
              <a:noFill/>
            </a:ln>
          </p:spPr>
          <p:txBody>
            <a:bodyPr anchorCtr="0" anchor="t" bIns="93025" lIns="93025" spcFirstLastPara="1" rIns="93025" wrap="square" tIns="93025">
              <a:noAutofit/>
            </a:bodyPr>
            <a:lstStyle/>
            <a:p>
              <a:pPr indent="0" lvl="0" marL="0" rtl="0" algn="ctr">
                <a:spcBef>
                  <a:spcPts val="0"/>
                </a:spcBef>
                <a:spcAft>
                  <a:spcPts val="0"/>
                </a:spcAft>
                <a:buNone/>
              </a:pPr>
              <a:r>
                <a:rPr lang="en-US" sz="1221">
                  <a:solidFill>
                    <a:schemeClr val="dk2"/>
                  </a:solidFill>
                </a:rPr>
                <a:t>System</a:t>
              </a:r>
              <a:endParaRPr sz="1221">
                <a:solidFill>
                  <a:schemeClr val="dk2"/>
                </a:solidFill>
              </a:endParaRPr>
            </a:p>
          </p:txBody>
        </p:sp>
        <p:sp>
          <p:nvSpPr>
            <p:cNvPr id="279" name="Google Shape;279;h2bbe9d0b7c574b56_1_63"/>
            <p:cNvSpPr txBox="1"/>
            <p:nvPr/>
          </p:nvSpPr>
          <p:spPr>
            <a:xfrm>
              <a:off x="347852" y="2595913"/>
              <a:ext cx="1560000" cy="1160700"/>
            </a:xfrm>
            <a:prstGeom prst="rect">
              <a:avLst/>
            </a:prstGeom>
            <a:noFill/>
            <a:ln>
              <a:noFill/>
            </a:ln>
          </p:spPr>
          <p:txBody>
            <a:bodyPr anchorCtr="0" anchor="t" bIns="93025" lIns="93025" spcFirstLastPara="1" rIns="93025" wrap="square" tIns="93025">
              <a:noAutofit/>
            </a:bodyPr>
            <a:lstStyle/>
            <a:p>
              <a:pPr indent="0" lvl="0" marL="0" rtl="0" algn="ctr">
                <a:spcBef>
                  <a:spcPts val="0"/>
                </a:spcBef>
                <a:spcAft>
                  <a:spcPts val="0"/>
                </a:spcAft>
                <a:buNone/>
              </a:pPr>
              <a:r>
                <a:rPr lang="en-US" sz="721">
                  <a:solidFill>
                    <a:schemeClr val="dk2"/>
                  </a:solidFill>
                </a:rPr>
                <a:t>Depth Camera</a:t>
              </a:r>
              <a:endParaRPr sz="721">
                <a:solidFill>
                  <a:schemeClr val="dk2"/>
                </a:solidFill>
              </a:endParaRPr>
            </a:p>
            <a:p>
              <a:pPr indent="0" lvl="0" marL="0" rtl="0" algn="ctr">
                <a:spcBef>
                  <a:spcPts val="0"/>
                </a:spcBef>
                <a:spcAft>
                  <a:spcPts val="0"/>
                </a:spcAft>
                <a:buNone/>
              </a:pPr>
              <a:r>
                <a:rPr lang="en-US" sz="721">
                  <a:solidFill>
                    <a:schemeClr val="dk2"/>
                  </a:solidFill>
                </a:rPr>
                <a:t>+</a:t>
              </a:r>
              <a:br>
                <a:rPr lang="en-US" sz="721">
                  <a:solidFill>
                    <a:schemeClr val="dk2"/>
                  </a:solidFill>
                </a:rPr>
              </a:br>
              <a:r>
                <a:rPr lang="en-US" sz="721">
                  <a:solidFill>
                    <a:schemeClr val="dk2"/>
                  </a:solidFill>
                </a:rPr>
                <a:t>Other </a:t>
              </a:r>
              <a:r>
                <a:rPr lang="en-US" sz="721">
                  <a:solidFill>
                    <a:schemeClr val="dk2"/>
                  </a:solidFill>
                </a:rPr>
                <a:t>Peripheral</a:t>
              </a:r>
              <a:r>
                <a:rPr lang="en-US" sz="721">
                  <a:solidFill>
                    <a:schemeClr val="dk2"/>
                  </a:solidFill>
                </a:rPr>
                <a:t> sensors</a:t>
              </a:r>
              <a:endParaRPr sz="721">
                <a:solidFill>
                  <a:schemeClr val="dk2"/>
                </a:solidFill>
              </a:endParaRPr>
            </a:p>
          </p:txBody>
        </p:sp>
        <p:sp>
          <p:nvSpPr>
            <p:cNvPr id="280" name="Google Shape;280;h2bbe9d0b7c574b56_1_63"/>
            <p:cNvSpPr txBox="1"/>
            <p:nvPr/>
          </p:nvSpPr>
          <p:spPr>
            <a:xfrm>
              <a:off x="7931953" y="2685915"/>
              <a:ext cx="1560000" cy="310800"/>
            </a:xfrm>
            <a:prstGeom prst="rect">
              <a:avLst/>
            </a:prstGeom>
            <a:noFill/>
            <a:ln>
              <a:noFill/>
            </a:ln>
          </p:spPr>
          <p:txBody>
            <a:bodyPr anchorCtr="0" anchor="t" bIns="93025" lIns="93025" spcFirstLastPara="1" rIns="93025" wrap="square" tIns="93025">
              <a:noAutofit/>
            </a:bodyPr>
            <a:lstStyle/>
            <a:p>
              <a:pPr indent="0" lvl="0" marL="0" rtl="0" algn="ctr">
                <a:spcBef>
                  <a:spcPts val="0"/>
                </a:spcBef>
                <a:spcAft>
                  <a:spcPts val="0"/>
                </a:spcAft>
                <a:buNone/>
              </a:pPr>
              <a:r>
                <a:rPr lang="en-US" sz="1221">
                  <a:solidFill>
                    <a:schemeClr val="dk2"/>
                  </a:solidFill>
                </a:rPr>
                <a:t>Projection</a:t>
              </a:r>
              <a:endParaRPr sz="1221">
                <a:solidFill>
                  <a:schemeClr val="dk2"/>
                </a:solidFill>
              </a:endParaRPr>
            </a:p>
          </p:txBody>
        </p:sp>
      </p:grpSp>
      <p:sp>
        <p:nvSpPr>
          <p:cNvPr id="281" name="Google Shape;281;h2bbe9d0b7c574b56_1_63"/>
          <p:cNvSpPr txBox="1"/>
          <p:nvPr/>
        </p:nvSpPr>
        <p:spPr>
          <a:xfrm>
            <a:off x="-8100" y="46750"/>
            <a:ext cx="4075200" cy="58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2"/>
                </a:solidFill>
              </a:rPr>
              <a:t>Flow of Features</a:t>
            </a:r>
            <a:endParaRPr sz="32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h2bbe9d0b7c574b56_1_3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
        <p:nvSpPr>
          <p:cNvPr id="288" name="Google Shape;288;h2bbe9d0b7c574b56_1_39"/>
          <p:cNvSpPr/>
          <p:nvPr/>
        </p:nvSpPr>
        <p:spPr>
          <a:xfrm>
            <a:off x="359875" y="126875"/>
            <a:ext cx="2818500" cy="736200"/>
          </a:xfrm>
          <a:prstGeom prst="rect">
            <a:avLst/>
          </a:prstGeom>
          <a:solidFill>
            <a:srgbClr val="FEF8E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Housing for Depth Camera </a:t>
            </a:r>
            <a:endParaRPr/>
          </a:p>
          <a:p>
            <a:pPr indent="0" lvl="0" marL="0" rtl="0" algn="ctr">
              <a:spcBef>
                <a:spcPts val="0"/>
              </a:spcBef>
              <a:spcAft>
                <a:spcPts val="0"/>
              </a:spcAft>
              <a:buNone/>
            </a:pPr>
            <a:r>
              <a:rPr lang="en-US"/>
              <a:t>and Projector</a:t>
            </a:r>
            <a:endParaRPr/>
          </a:p>
        </p:txBody>
      </p:sp>
      <p:pic>
        <p:nvPicPr>
          <p:cNvPr descr="Photography camera icon, blue color (Provided by Getty Images)" id="289" name="Google Shape;289;h2bbe9d0b7c574b56_1_39"/>
          <p:cNvPicPr preferRelativeResize="0"/>
          <p:nvPr/>
        </p:nvPicPr>
        <p:blipFill>
          <a:blip r:embed="rId3">
            <a:alphaModFix/>
          </a:blip>
          <a:stretch>
            <a:fillRect/>
          </a:stretch>
        </p:blipFill>
        <p:spPr>
          <a:xfrm>
            <a:off x="2992675" y="602075"/>
            <a:ext cx="326426" cy="326426"/>
          </a:xfrm>
          <a:prstGeom prst="rect">
            <a:avLst/>
          </a:prstGeom>
          <a:noFill/>
          <a:ln cap="flat" cmpd="sng" w="9525">
            <a:solidFill>
              <a:schemeClr val="dk2"/>
            </a:solidFill>
            <a:prstDash val="solid"/>
            <a:round/>
            <a:headEnd len="sm" w="sm" type="none"/>
            <a:tailEnd len="sm" w="sm" type="none"/>
          </a:ln>
        </p:spPr>
      </p:pic>
      <p:pic>
        <p:nvPicPr>
          <p:cNvPr descr="Projector icon vector. Isolated contour symbol illustration (Provided by Getty Images)" id="290" name="Google Shape;290;h2bbe9d0b7c574b56_1_39"/>
          <p:cNvPicPr preferRelativeResize="0"/>
          <p:nvPr/>
        </p:nvPicPr>
        <p:blipFill>
          <a:blip r:embed="rId4">
            <a:alphaModFix/>
          </a:blip>
          <a:stretch>
            <a:fillRect/>
          </a:stretch>
        </p:blipFill>
        <p:spPr>
          <a:xfrm>
            <a:off x="2992675" y="61450"/>
            <a:ext cx="326426" cy="326426"/>
          </a:xfrm>
          <a:prstGeom prst="rect">
            <a:avLst/>
          </a:prstGeom>
          <a:noFill/>
          <a:ln cap="flat" cmpd="sng" w="9525">
            <a:solidFill>
              <a:schemeClr val="dk2"/>
            </a:solidFill>
            <a:prstDash val="solid"/>
            <a:round/>
            <a:headEnd len="sm" w="sm" type="none"/>
            <a:tailEnd len="sm" w="sm" type="none"/>
          </a:ln>
        </p:spPr>
      </p:pic>
      <p:sp>
        <p:nvSpPr>
          <p:cNvPr id="291" name="Google Shape;291;h2bbe9d0b7c574b56_1_39"/>
          <p:cNvSpPr/>
          <p:nvPr/>
        </p:nvSpPr>
        <p:spPr>
          <a:xfrm>
            <a:off x="359875" y="1254750"/>
            <a:ext cx="2818500" cy="736200"/>
          </a:xfrm>
          <a:prstGeom prst="rect">
            <a:avLst/>
          </a:prstGeom>
          <a:solidFill>
            <a:srgbClr val="FEF8E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Removable</a:t>
            </a:r>
            <a:r>
              <a:rPr lang="en-US"/>
              <a:t> Lid</a:t>
            </a:r>
            <a:endParaRPr/>
          </a:p>
        </p:txBody>
      </p:sp>
      <p:cxnSp>
        <p:nvCxnSpPr>
          <p:cNvPr id="292" name="Google Shape;292;h2bbe9d0b7c574b56_1_39"/>
          <p:cNvCxnSpPr>
            <a:stCxn id="293" idx="2"/>
            <a:endCxn id="291" idx="3"/>
          </p:cNvCxnSpPr>
          <p:nvPr/>
        </p:nvCxnSpPr>
        <p:spPr>
          <a:xfrm rot="10800000">
            <a:off x="3178400" y="1622813"/>
            <a:ext cx="4296900" cy="414000"/>
          </a:xfrm>
          <a:prstGeom prst="straightConnector1">
            <a:avLst/>
          </a:prstGeom>
          <a:noFill/>
          <a:ln cap="flat" cmpd="sng" w="9525">
            <a:solidFill>
              <a:schemeClr val="dk1"/>
            </a:solidFill>
            <a:prstDash val="solid"/>
            <a:round/>
            <a:headEnd len="med" w="med" type="none"/>
            <a:tailEnd len="med" w="med" type="none"/>
          </a:ln>
        </p:spPr>
      </p:cxnSp>
      <p:pic>
        <p:nvPicPr>
          <p:cNvPr id="294" name="Google Shape;294;h2bbe9d0b7c574b56_1_39"/>
          <p:cNvPicPr preferRelativeResize="0"/>
          <p:nvPr/>
        </p:nvPicPr>
        <p:blipFill>
          <a:blip r:embed="rId5">
            <a:alphaModFix/>
          </a:blip>
          <a:stretch>
            <a:fillRect/>
          </a:stretch>
        </p:blipFill>
        <p:spPr>
          <a:xfrm>
            <a:off x="2972797" y="1112413"/>
            <a:ext cx="326425" cy="326425"/>
          </a:xfrm>
          <a:prstGeom prst="rect">
            <a:avLst/>
          </a:prstGeom>
          <a:noFill/>
          <a:ln cap="flat" cmpd="sng" w="9525">
            <a:solidFill>
              <a:schemeClr val="dk1"/>
            </a:solidFill>
            <a:prstDash val="solid"/>
            <a:round/>
            <a:headEnd len="sm" w="sm" type="none"/>
            <a:tailEnd len="sm" w="sm" type="none"/>
          </a:ln>
        </p:spPr>
      </p:pic>
      <p:sp>
        <p:nvSpPr>
          <p:cNvPr id="295" name="Google Shape;295;h2bbe9d0b7c574b56_1_39"/>
          <p:cNvSpPr/>
          <p:nvPr/>
        </p:nvSpPr>
        <p:spPr>
          <a:xfrm>
            <a:off x="359875" y="2307250"/>
            <a:ext cx="2818500" cy="736200"/>
          </a:xfrm>
          <a:prstGeom prst="rect">
            <a:avLst/>
          </a:prstGeom>
          <a:solidFill>
            <a:srgbClr val="FEF8E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Completely Enclosed Base </a:t>
            </a:r>
            <a:endParaRPr/>
          </a:p>
        </p:txBody>
      </p:sp>
      <p:cxnSp>
        <p:nvCxnSpPr>
          <p:cNvPr id="296" name="Google Shape;296;h2bbe9d0b7c574b56_1_39"/>
          <p:cNvCxnSpPr>
            <a:stCxn id="295" idx="3"/>
            <a:endCxn id="297" idx="2"/>
          </p:cNvCxnSpPr>
          <p:nvPr/>
        </p:nvCxnSpPr>
        <p:spPr>
          <a:xfrm>
            <a:off x="3178375" y="2675350"/>
            <a:ext cx="2823900" cy="723300"/>
          </a:xfrm>
          <a:prstGeom prst="straightConnector1">
            <a:avLst/>
          </a:prstGeom>
          <a:noFill/>
          <a:ln cap="flat" cmpd="sng" w="9525">
            <a:solidFill>
              <a:schemeClr val="dk1"/>
            </a:solidFill>
            <a:prstDash val="solid"/>
            <a:round/>
            <a:headEnd len="med" w="med" type="none"/>
            <a:tailEnd len="med" w="med" type="none"/>
          </a:ln>
        </p:spPr>
      </p:cxnSp>
      <p:pic>
        <p:nvPicPr>
          <p:cNvPr id="298" name="Google Shape;298;h2bbe9d0b7c574b56_1_39"/>
          <p:cNvPicPr preferRelativeResize="0"/>
          <p:nvPr/>
        </p:nvPicPr>
        <p:blipFill>
          <a:blip r:embed="rId6">
            <a:alphaModFix/>
          </a:blip>
          <a:stretch>
            <a:fillRect/>
          </a:stretch>
        </p:blipFill>
        <p:spPr>
          <a:xfrm>
            <a:off x="2939213" y="2190412"/>
            <a:ext cx="393600" cy="393600"/>
          </a:xfrm>
          <a:prstGeom prst="rect">
            <a:avLst/>
          </a:prstGeom>
          <a:noFill/>
          <a:ln cap="flat" cmpd="sng" w="9525">
            <a:solidFill>
              <a:schemeClr val="dk1"/>
            </a:solidFill>
            <a:prstDash val="solid"/>
            <a:round/>
            <a:headEnd len="sm" w="sm" type="none"/>
            <a:tailEnd len="sm" w="sm" type="none"/>
          </a:ln>
        </p:spPr>
      </p:pic>
      <p:sp>
        <p:nvSpPr>
          <p:cNvPr id="299" name="Google Shape;299;h2bbe9d0b7c574b56_1_39"/>
          <p:cNvSpPr/>
          <p:nvPr/>
        </p:nvSpPr>
        <p:spPr>
          <a:xfrm>
            <a:off x="359875" y="3395313"/>
            <a:ext cx="2818500" cy="736200"/>
          </a:xfrm>
          <a:prstGeom prst="rect">
            <a:avLst/>
          </a:prstGeom>
          <a:solidFill>
            <a:srgbClr val="FEF8E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Locking </a:t>
            </a:r>
            <a:r>
              <a:rPr lang="en-US"/>
              <a:t>Wheel</a:t>
            </a:r>
            <a:r>
              <a:rPr lang="en-US"/>
              <a:t> Mechanism</a:t>
            </a:r>
            <a:endParaRPr/>
          </a:p>
        </p:txBody>
      </p:sp>
      <p:cxnSp>
        <p:nvCxnSpPr>
          <p:cNvPr id="300" name="Google Shape;300;h2bbe9d0b7c574b56_1_39"/>
          <p:cNvCxnSpPr>
            <a:stCxn id="301" idx="2"/>
            <a:endCxn id="299" idx="3"/>
          </p:cNvCxnSpPr>
          <p:nvPr/>
        </p:nvCxnSpPr>
        <p:spPr>
          <a:xfrm rot="10800000">
            <a:off x="3178403" y="3763414"/>
            <a:ext cx="2884200" cy="261000"/>
          </a:xfrm>
          <a:prstGeom prst="straightConnector1">
            <a:avLst/>
          </a:prstGeom>
          <a:noFill/>
          <a:ln cap="flat" cmpd="sng" w="9525">
            <a:solidFill>
              <a:schemeClr val="dk1"/>
            </a:solidFill>
            <a:prstDash val="solid"/>
            <a:round/>
            <a:headEnd len="med" w="med" type="none"/>
            <a:tailEnd len="med" w="med" type="none"/>
          </a:ln>
        </p:spPr>
      </p:cxnSp>
      <p:pic>
        <p:nvPicPr>
          <p:cNvPr id="302" name="Google Shape;302;h2bbe9d0b7c574b56_1_39"/>
          <p:cNvPicPr preferRelativeResize="0"/>
          <p:nvPr/>
        </p:nvPicPr>
        <p:blipFill rotWithShape="1">
          <a:blip r:embed="rId7">
            <a:alphaModFix/>
          </a:blip>
          <a:srcRect b="12614" l="8841" r="8841" t="12614"/>
          <a:stretch/>
        </p:blipFill>
        <p:spPr>
          <a:xfrm>
            <a:off x="2939225" y="3359782"/>
            <a:ext cx="393575" cy="357494"/>
          </a:xfrm>
          <a:prstGeom prst="rect">
            <a:avLst/>
          </a:prstGeom>
          <a:noFill/>
          <a:ln cap="flat" cmpd="sng" w="9525">
            <a:solidFill>
              <a:schemeClr val="dk2"/>
            </a:solidFill>
            <a:prstDash val="solid"/>
            <a:round/>
            <a:headEnd len="sm" w="sm" type="none"/>
            <a:tailEnd len="sm" w="sm" type="none"/>
          </a:ln>
        </p:spPr>
      </p:pic>
      <p:pic>
        <p:nvPicPr>
          <p:cNvPr id="303" name="Google Shape;303;h2bbe9d0b7c574b56_1_39"/>
          <p:cNvPicPr preferRelativeResize="0"/>
          <p:nvPr/>
        </p:nvPicPr>
        <p:blipFill>
          <a:blip r:embed="rId8">
            <a:alphaModFix/>
          </a:blip>
          <a:stretch>
            <a:fillRect/>
          </a:stretch>
        </p:blipFill>
        <p:spPr>
          <a:xfrm>
            <a:off x="6062600" y="-12"/>
            <a:ext cx="2929001" cy="4235767"/>
          </a:xfrm>
          <a:prstGeom prst="rect">
            <a:avLst/>
          </a:prstGeom>
          <a:noFill/>
          <a:ln>
            <a:noFill/>
          </a:ln>
        </p:spPr>
      </p:pic>
      <p:sp>
        <p:nvSpPr>
          <p:cNvPr id="304" name="Google Shape;304;h2bbe9d0b7c574b56_1_39"/>
          <p:cNvSpPr/>
          <p:nvPr/>
        </p:nvSpPr>
        <p:spPr>
          <a:xfrm>
            <a:off x="6757100" y="173663"/>
            <a:ext cx="224400" cy="2142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3" name="Google Shape;293;h2bbe9d0b7c574b56_1_39"/>
          <p:cNvSpPr/>
          <p:nvPr/>
        </p:nvSpPr>
        <p:spPr>
          <a:xfrm>
            <a:off x="7475300" y="1929713"/>
            <a:ext cx="224400" cy="2142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7" name="Google Shape;297;h2bbe9d0b7c574b56_1_39"/>
          <p:cNvSpPr/>
          <p:nvPr/>
        </p:nvSpPr>
        <p:spPr>
          <a:xfrm>
            <a:off x="6002228" y="3291689"/>
            <a:ext cx="224400" cy="2142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h2bbe9d0b7c574b56_1_39"/>
          <p:cNvSpPr/>
          <p:nvPr/>
        </p:nvSpPr>
        <p:spPr>
          <a:xfrm>
            <a:off x="6062603" y="3917314"/>
            <a:ext cx="224400" cy="2142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05" name="Google Shape;305;h2bbe9d0b7c574b56_1_39"/>
          <p:cNvCxnSpPr>
            <a:stCxn id="304" idx="2"/>
            <a:endCxn id="289" idx="0"/>
          </p:cNvCxnSpPr>
          <p:nvPr/>
        </p:nvCxnSpPr>
        <p:spPr>
          <a:xfrm flipH="1">
            <a:off x="3155900" y="280763"/>
            <a:ext cx="3601200" cy="321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h452cd0b8d1e4d2a6_0_0"/>
          <p:cNvSpPr txBox="1"/>
          <p:nvPr/>
        </p:nvSpPr>
        <p:spPr>
          <a:xfrm>
            <a:off x="86475" y="86500"/>
            <a:ext cx="4844700" cy="55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2"/>
                </a:solidFill>
              </a:rPr>
              <a:t>Functional Requirements</a:t>
            </a:r>
            <a:endParaRPr sz="3200">
              <a:solidFill>
                <a:schemeClr val="dk2"/>
              </a:solidFill>
            </a:endParaRPr>
          </a:p>
        </p:txBody>
      </p:sp>
      <p:sp>
        <p:nvSpPr>
          <p:cNvPr id="312" name="Google Shape;312;h452cd0b8d1e4d2a6_0_0"/>
          <p:cNvSpPr/>
          <p:nvPr/>
        </p:nvSpPr>
        <p:spPr>
          <a:xfrm>
            <a:off x="132375" y="1016450"/>
            <a:ext cx="1966200" cy="1398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sz="1200"/>
              <a:t>The system will detect the physical state of the sand within the confines of the sandbox area</a:t>
            </a:r>
            <a:r>
              <a:rPr lang="en-US"/>
              <a:t>. </a:t>
            </a:r>
            <a:endParaRPr/>
          </a:p>
          <a:p>
            <a:pPr indent="0" lvl="0" marL="0" rtl="0" algn="l">
              <a:spcBef>
                <a:spcPts val="0"/>
              </a:spcBef>
              <a:spcAft>
                <a:spcPts val="0"/>
              </a:spcAft>
              <a:buNone/>
            </a:pPr>
            <a:r>
              <a:t/>
            </a:r>
            <a:endParaRPr sz="1000"/>
          </a:p>
        </p:txBody>
      </p:sp>
      <p:sp>
        <p:nvSpPr>
          <p:cNvPr id="313" name="Google Shape;313;h452cd0b8d1e4d2a6_0_0"/>
          <p:cNvSpPr/>
          <p:nvPr/>
        </p:nvSpPr>
        <p:spPr>
          <a:xfrm>
            <a:off x="2428233" y="1016450"/>
            <a:ext cx="1966200" cy="1398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system will store the measured changes in a digital representation of the sandbox’s topology. </a:t>
            </a:r>
            <a:endParaRPr sz="1200"/>
          </a:p>
        </p:txBody>
      </p:sp>
      <p:sp>
        <p:nvSpPr>
          <p:cNvPr id="314" name="Google Shape;314;h452cd0b8d1e4d2a6_0_0"/>
          <p:cNvSpPr/>
          <p:nvPr/>
        </p:nvSpPr>
        <p:spPr>
          <a:xfrm>
            <a:off x="7019950" y="1016450"/>
            <a:ext cx="1966200" cy="1398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t/>
            </a:r>
            <a:endParaRPr sz="1100"/>
          </a:p>
          <a:p>
            <a:pPr indent="0" lvl="0" marL="0" rtl="0" algn="l">
              <a:spcBef>
                <a:spcPts val="0"/>
              </a:spcBef>
              <a:spcAft>
                <a:spcPts val="0"/>
              </a:spcAft>
              <a:buNone/>
            </a:pPr>
            <a:r>
              <a:rPr lang="en-US" sz="1100"/>
              <a:t>The system will align the projected visuals to their corresponding physical location within the sandbox. </a:t>
            </a:r>
            <a:endParaRPr sz="1100"/>
          </a:p>
        </p:txBody>
      </p:sp>
      <p:sp>
        <p:nvSpPr>
          <p:cNvPr id="315" name="Google Shape;315;h452cd0b8d1e4d2a6_0_0"/>
          <p:cNvSpPr/>
          <p:nvPr/>
        </p:nvSpPr>
        <p:spPr>
          <a:xfrm>
            <a:off x="4724092" y="1016450"/>
            <a:ext cx="1966200" cy="1398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a:p>
            <a:pPr indent="0" lvl="0" marL="0" rtl="0" algn="l">
              <a:spcBef>
                <a:spcPts val="0"/>
              </a:spcBef>
              <a:spcAft>
                <a:spcPts val="0"/>
              </a:spcAft>
              <a:buNone/>
            </a:pPr>
            <a:r>
              <a:rPr lang="en-US" sz="1100"/>
              <a:t>The system will update the digital representation of the topology when changes are made to the surface of the sandbox. </a:t>
            </a:r>
            <a:endParaRPr sz="1100"/>
          </a:p>
        </p:txBody>
      </p:sp>
      <p:sp>
        <p:nvSpPr>
          <p:cNvPr id="316" name="Google Shape;316;h452cd0b8d1e4d2a6_0_0"/>
          <p:cNvSpPr/>
          <p:nvPr/>
        </p:nvSpPr>
        <p:spPr>
          <a:xfrm>
            <a:off x="145100" y="2702475"/>
            <a:ext cx="1966200" cy="1398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sz="1100"/>
              <a:t>The system will be able to change the projected visuals with each update of the terrain representation. </a:t>
            </a:r>
            <a:endParaRPr sz="1100"/>
          </a:p>
        </p:txBody>
      </p:sp>
      <p:sp>
        <p:nvSpPr>
          <p:cNvPr id="317" name="Google Shape;317;h452cd0b8d1e4d2a6_0_0"/>
          <p:cNvSpPr/>
          <p:nvPr/>
        </p:nvSpPr>
        <p:spPr>
          <a:xfrm>
            <a:off x="2440958" y="2702475"/>
            <a:ext cx="1966200" cy="1398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sz="1100"/>
              <a:t>The system will prevent direct access to internal components by a normal user during operation. </a:t>
            </a:r>
            <a:endParaRPr sz="1100"/>
          </a:p>
        </p:txBody>
      </p:sp>
      <p:sp>
        <p:nvSpPr>
          <p:cNvPr id="318" name="Google Shape;318;h452cd0b8d1e4d2a6_0_0"/>
          <p:cNvSpPr/>
          <p:nvPr/>
        </p:nvSpPr>
        <p:spPr>
          <a:xfrm>
            <a:off x="4736817" y="2702475"/>
            <a:ext cx="1966200" cy="1398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t/>
            </a:r>
            <a:endParaRPr sz="1100"/>
          </a:p>
          <a:p>
            <a:pPr indent="0" lvl="0" marL="0" rtl="0" algn="l">
              <a:spcBef>
                <a:spcPts val="0"/>
              </a:spcBef>
              <a:spcAft>
                <a:spcPts val="0"/>
              </a:spcAft>
              <a:buNone/>
            </a:pPr>
            <a:r>
              <a:rPr lang="en-US" sz="1100"/>
              <a:t>The system will include a locking mechanism on all lids, access panels, or maintenance openings. </a:t>
            </a:r>
            <a:endParaRPr sz="1100"/>
          </a:p>
        </p:txBody>
      </p:sp>
      <p:sp>
        <p:nvSpPr>
          <p:cNvPr id="319" name="Google Shape;319;h452cd0b8d1e4d2a6_0_0"/>
          <p:cNvSpPr/>
          <p:nvPr/>
        </p:nvSpPr>
        <p:spPr>
          <a:xfrm>
            <a:off x="7032675" y="2702475"/>
            <a:ext cx="1966200" cy="1398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t/>
            </a:r>
            <a:endParaRPr sz="1100"/>
          </a:p>
          <a:p>
            <a:pPr indent="0" lvl="0" marL="0" rtl="0" algn="l">
              <a:spcBef>
                <a:spcPts val="0"/>
              </a:spcBef>
              <a:spcAft>
                <a:spcPts val="0"/>
              </a:spcAft>
              <a:buNone/>
            </a:pPr>
            <a:r>
              <a:rPr lang="en-US" sz="1100"/>
              <a:t>The system will allow relocation of the entire system without the need for major disassembly. </a:t>
            </a:r>
            <a:endParaRPr sz="1100"/>
          </a:p>
        </p:txBody>
      </p:sp>
      <p:sp>
        <p:nvSpPr>
          <p:cNvPr id="320" name="Google Shape;320;h452cd0b8d1e4d2a6_0_0"/>
          <p:cNvSpPr txBox="1"/>
          <p:nvPr/>
        </p:nvSpPr>
        <p:spPr>
          <a:xfrm>
            <a:off x="235950" y="1085325"/>
            <a:ext cx="896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2"/>
                </a:solidFill>
              </a:rPr>
              <a:t>FR-1:</a:t>
            </a:r>
            <a:endParaRPr b="1" sz="1000">
              <a:solidFill>
                <a:schemeClr val="dk2"/>
              </a:solidFill>
            </a:endParaRPr>
          </a:p>
        </p:txBody>
      </p:sp>
      <p:sp>
        <p:nvSpPr>
          <p:cNvPr id="321" name="Google Shape;321;h452cd0b8d1e4d2a6_0_0"/>
          <p:cNvSpPr txBox="1"/>
          <p:nvPr/>
        </p:nvSpPr>
        <p:spPr>
          <a:xfrm>
            <a:off x="2480025" y="1085325"/>
            <a:ext cx="896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2"/>
                </a:solidFill>
              </a:rPr>
              <a:t>FR-3:</a:t>
            </a:r>
            <a:endParaRPr b="1" sz="1000">
              <a:solidFill>
                <a:schemeClr val="dk2"/>
              </a:solidFill>
            </a:endParaRPr>
          </a:p>
        </p:txBody>
      </p:sp>
      <p:sp>
        <p:nvSpPr>
          <p:cNvPr id="322" name="Google Shape;322;h452cd0b8d1e4d2a6_0_0"/>
          <p:cNvSpPr txBox="1"/>
          <p:nvPr/>
        </p:nvSpPr>
        <p:spPr>
          <a:xfrm>
            <a:off x="4749988" y="1085325"/>
            <a:ext cx="896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2"/>
                </a:solidFill>
              </a:rPr>
              <a:t>FR-4:</a:t>
            </a:r>
            <a:endParaRPr b="1" sz="1000">
              <a:solidFill>
                <a:schemeClr val="dk2"/>
              </a:solidFill>
            </a:endParaRPr>
          </a:p>
        </p:txBody>
      </p:sp>
      <p:sp>
        <p:nvSpPr>
          <p:cNvPr id="323" name="Google Shape;323;h452cd0b8d1e4d2a6_0_0"/>
          <p:cNvSpPr txBox="1"/>
          <p:nvPr/>
        </p:nvSpPr>
        <p:spPr>
          <a:xfrm>
            <a:off x="7091263" y="1085325"/>
            <a:ext cx="896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2"/>
                </a:solidFill>
              </a:rPr>
              <a:t>FR-10:</a:t>
            </a:r>
            <a:endParaRPr b="1" sz="1000">
              <a:solidFill>
                <a:schemeClr val="dk2"/>
              </a:solidFill>
            </a:endParaRPr>
          </a:p>
        </p:txBody>
      </p:sp>
      <p:sp>
        <p:nvSpPr>
          <p:cNvPr id="324" name="Google Shape;324;h452cd0b8d1e4d2a6_0_0"/>
          <p:cNvSpPr txBox="1"/>
          <p:nvPr/>
        </p:nvSpPr>
        <p:spPr>
          <a:xfrm>
            <a:off x="235950" y="2786100"/>
            <a:ext cx="896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2"/>
                </a:solidFill>
              </a:rPr>
              <a:t>FR-11:</a:t>
            </a:r>
            <a:endParaRPr b="1" sz="1000">
              <a:solidFill>
                <a:schemeClr val="dk2"/>
              </a:solidFill>
            </a:endParaRPr>
          </a:p>
        </p:txBody>
      </p:sp>
      <p:sp>
        <p:nvSpPr>
          <p:cNvPr id="325" name="Google Shape;325;h452cd0b8d1e4d2a6_0_0"/>
          <p:cNvSpPr txBox="1"/>
          <p:nvPr/>
        </p:nvSpPr>
        <p:spPr>
          <a:xfrm>
            <a:off x="2486375" y="2786100"/>
            <a:ext cx="896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2"/>
                </a:solidFill>
              </a:rPr>
              <a:t>FR-15:</a:t>
            </a:r>
            <a:endParaRPr b="1" sz="1000">
              <a:solidFill>
                <a:schemeClr val="dk2"/>
              </a:solidFill>
            </a:endParaRPr>
          </a:p>
        </p:txBody>
      </p:sp>
      <p:sp>
        <p:nvSpPr>
          <p:cNvPr id="326" name="Google Shape;326;h452cd0b8d1e4d2a6_0_0"/>
          <p:cNvSpPr txBox="1"/>
          <p:nvPr/>
        </p:nvSpPr>
        <p:spPr>
          <a:xfrm>
            <a:off x="4759525" y="2764428"/>
            <a:ext cx="896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2"/>
                </a:solidFill>
              </a:rPr>
              <a:t>FR-16:</a:t>
            </a:r>
            <a:endParaRPr b="1" sz="1000">
              <a:solidFill>
                <a:schemeClr val="dk2"/>
              </a:solidFill>
            </a:endParaRPr>
          </a:p>
        </p:txBody>
      </p:sp>
      <p:sp>
        <p:nvSpPr>
          <p:cNvPr id="327" name="Google Shape;327;h452cd0b8d1e4d2a6_0_0"/>
          <p:cNvSpPr txBox="1"/>
          <p:nvPr/>
        </p:nvSpPr>
        <p:spPr>
          <a:xfrm>
            <a:off x="7120175" y="2764428"/>
            <a:ext cx="896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2"/>
                </a:solidFill>
              </a:rPr>
              <a:t>FR-16:</a:t>
            </a:r>
            <a:endParaRPr b="1" sz="1000">
              <a:solidFill>
                <a:schemeClr val="dk2"/>
              </a:solidFill>
            </a:endParaRPr>
          </a:p>
        </p:txBody>
      </p:sp>
      <p:sp>
        <p:nvSpPr>
          <p:cNvPr id="328" name="Google Shape;328;h452cd0b8d1e4d2a6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3" name="Shape 333"/>
        <p:cNvGrpSpPr/>
        <p:nvPr/>
      </p:nvGrpSpPr>
      <p:grpSpPr>
        <a:xfrm>
          <a:off x="0" y="0"/>
          <a:ext cx="0" cy="0"/>
          <a:chOff x="0" y="0"/>
          <a:chExt cx="0" cy="0"/>
        </a:xfrm>
      </p:grpSpPr>
      <p:sp>
        <p:nvSpPr>
          <p:cNvPr id="334" name="Google Shape;334;h452cd0b8d1e4d2a6_0_70"/>
          <p:cNvSpPr txBox="1"/>
          <p:nvPr>
            <p:ph idx="12" type="sldNum"/>
          </p:nvPr>
        </p:nvSpPr>
        <p:spPr>
          <a:xfrm>
            <a:off x="8512134" y="4749901"/>
            <a:ext cx="548700" cy="393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r>
              <a:rPr lang="en-US">
                <a:solidFill>
                  <a:srgbClr val="F1C232"/>
                </a:solidFill>
              </a:rPr>
              <a:t>22</a:t>
            </a:r>
            <a:endParaRPr>
              <a:solidFill>
                <a:srgbClr val="F1C232"/>
              </a:solidFill>
            </a:endParaRPr>
          </a:p>
        </p:txBody>
      </p:sp>
      <p:sp>
        <p:nvSpPr>
          <p:cNvPr id="335" name="Google Shape;335;h452cd0b8d1e4d2a6_0_70"/>
          <p:cNvSpPr txBox="1"/>
          <p:nvPr>
            <p:ph type="title"/>
          </p:nvPr>
        </p:nvSpPr>
        <p:spPr>
          <a:xfrm>
            <a:off x="1100550" y="1202150"/>
            <a:ext cx="6942900" cy="23658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sz="5300">
                <a:solidFill>
                  <a:srgbClr val="F1C232"/>
                </a:solidFill>
              </a:rPr>
              <a:t>Other Non-Functional Requirements</a:t>
            </a:r>
            <a:endParaRPr sz="5300">
              <a:solidFill>
                <a:srgbClr val="F1C23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h452cd0b8d1e4d2a6_0_76"/>
          <p:cNvSpPr txBox="1"/>
          <p:nvPr/>
        </p:nvSpPr>
        <p:spPr>
          <a:xfrm>
            <a:off x="86475" y="86500"/>
            <a:ext cx="5461200" cy="55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2"/>
                </a:solidFill>
              </a:rPr>
              <a:t>Performance Requirements</a:t>
            </a:r>
            <a:endParaRPr sz="3200">
              <a:solidFill>
                <a:schemeClr val="dk2"/>
              </a:solidFill>
            </a:endParaRPr>
          </a:p>
        </p:txBody>
      </p:sp>
      <p:sp>
        <p:nvSpPr>
          <p:cNvPr id="342" name="Google Shape;342;h452cd0b8d1e4d2a6_0_76"/>
          <p:cNvSpPr/>
          <p:nvPr/>
        </p:nvSpPr>
        <p:spPr>
          <a:xfrm>
            <a:off x="2011450" y="1020713"/>
            <a:ext cx="1966200" cy="1398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ctr">
              <a:spcBef>
                <a:spcPts val="0"/>
              </a:spcBef>
              <a:spcAft>
                <a:spcPts val="0"/>
              </a:spcAft>
              <a:buNone/>
            </a:pPr>
            <a:r>
              <a:rPr lang="en-US" sz="1800"/>
              <a:t>Depth Processing</a:t>
            </a:r>
            <a:endParaRPr sz="2000"/>
          </a:p>
          <a:p>
            <a:pPr indent="0" lvl="0" marL="0" rtl="0" algn="l">
              <a:spcBef>
                <a:spcPts val="0"/>
              </a:spcBef>
              <a:spcAft>
                <a:spcPts val="0"/>
              </a:spcAft>
              <a:buNone/>
            </a:pPr>
            <a:r>
              <a:t/>
            </a:r>
            <a:endParaRPr sz="1000"/>
          </a:p>
        </p:txBody>
      </p:sp>
      <p:sp>
        <p:nvSpPr>
          <p:cNvPr id="343" name="Google Shape;343;h452cd0b8d1e4d2a6_0_76"/>
          <p:cNvSpPr/>
          <p:nvPr/>
        </p:nvSpPr>
        <p:spPr>
          <a:xfrm>
            <a:off x="5166358" y="1022613"/>
            <a:ext cx="1966200" cy="1398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a:p>
            <a:pPr indent="0" lvl="0" marL="0" rtl="0" algn="ctr">
              <a:spcBef>
                <a:spcPts val="0"/>
              </a:spcBef>
              <a:spcAft>
                <a:spcPts val="0"/>
              </a:spcAft>
              <a:buNone/>
            </a:pPr>
            <a:r>
              <a:t/>
            </a:r>
            <a:endParaRPr sz="1700"/>
          </a:p>
          <a:p>
            <a:pPr indent="0" lvl="0" marL="0" rtl="0" algn="ctr">
              <a:spcBef>
                <a:spcPts val="0"/>
              </a:spcBef>
              <a:spcAft>
                <a:spcPts val="0"/>
              </a:spcAft>
              <a:buNone/>
            </a:pPr>
            <a:r>
              <a:rPr lang="en-US" sz="1700"/>
              <a:t>Responsiveness</a:t>
            </a:r>
            <a:endParaRPr sz="1100"/>
          </a:p>
        </p:txBody>
      </p:sp>
      <p:sp>
        <p:nvSpPr>
          <p:cNvPr id="344" name="Google Shape;344;h452cd0b8d1e4d2a6_0_76"/>
          <p:cNvSpPr/>
          <p:nvPr/>
        </p:nvSpPr>
        <p:spPr>
          <a:xfrm>
            <a:off x="5166350" y="2724788"/>
            <a:ext cx="1966200" cy="1398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US" sz="1700"/>
              <a:t>State Accuracy</a:t>
            </a:r>
            <a:endParaRPr sz="1700"/>
          </a:p>
        </p:txBody>
      </p:sp>
      <p:sp>
        <p:nvSpPr>
          <p:cNvPr id="345" name="Google Shape;345;h452cd0b8d1e4d2a6_0_76"/>
          <p:cNvSpPr/>
          <p:nvPr/>
        </p:nvSpPr>
        <p:spPr>
          <a:xfrm>
            <a:off x="2011442" y="2722888"/>
            <a:ext cx="1966200" cy="1398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US" sz="1700"/>
              <a:t>Component Sync</a:t>
            </a:r>
            <a:endParaRPr sz="1700"/>
          </a:p>
        </p:txBody>
      </p:sp>
      <p:sp>
        <p:nvSpPr>
          <p:cNvPr id="346" name="Google Shape;346;h452cd0b8d1e4d2a6_0_76"/>
          <p:cNvSpPr txBox="1"/>
          <p:nvPr/>
        </p:nvSpPr>
        <p:spPr>
          <a:xfrm>
            <a:off x="2115025" y="1089588"/>
            <a:ext cx="896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2"/>
                </a:solidFill>
              </a:rPr>
              <a:t>PR-1:</a:t>
            </a:r>
            <a:endParaRPr b="1" sz="1000">
              <a:solidFill>
                <a:schemeClr val="dk2"/>
              </a:solidFill>
            </a:endParaRPr>
          </a:p>
        </p:txBody>
      </p:sp>
      <p:sp>
        <p:nvSpPr>
          <p:cNvPr id="347" name="Google Shape;347;h452cd0b8d1e4d2a6_0_76"/>
          <p:cNvSpPr txBox="1"/>
          <p:nvPr/>
        </p:nvSpPr>
        <p:spPr>
          <a:xfrm>
            <a:off x="5218150" y="1091488"/>
            <a:ext cx="896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2"/>
                </a:solidFill>
              </a:rPr>
              <a:t>PR-2:</a:t>
            </a:r>
            <a:endParaRPr b="1" sz="1000">
              <a:solidFill>
                <a:schemeClr val="dk2"/>
              </a:solidFill>
            </a:endParaRPr>
          </a:p>
        </p:txBody>
      </p:sp>
      <p:sp>
        <p:nvSpPr>
          <p:cNvPr id="348" name="Google Shape;348;h452cd0b8d1e4d2a6_0_76"/>
          <p:cNvSpPr txBox="1"/>
          <p:nvPr/>
        </p:nvSpPr>
        <p:spPr>
          <a:xfrm>
            <a:off x="2037338" y="2791763"/>
            <a:ext cx="896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2"/>
                </a:solidFill>
              </a:rPr>
              <a:t>PR-3:</a:t>
            </a:r>
            <a:endParaRPr b="1" sz="1000">
              <a:solidFill>
                <a:schemeClr val="dk2"/>
              </a:solidFill>
            </a:endParaRPr>
          </a:p>
        </p:txBody>
      </p:sp>
      <p:sp>
        <p:nvSpPr>
          <p:cNvPr id="349" name="Google Shape;349;h452cd0b8d1e4d2a6_0_76"/>
          <p:cNvSpPr txBox="1"/>
          <p:nvPr/>
        </p:nvSpPr>
        <p:spPr>
          <a:xfrm>
            <a:off x="5237663" y="2793663"/>
            <a:ext cx="896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2"/>
                </a:solidFill>
              </a:rPr>
              <a:t>PR-4:</a:t>
            </a:r>
            <a:endParaRPr b="1" sz="1000">
              <a:solidFill>
                <a:schemeClr val="dk2"/>
              </a:solidFill>
            </a:endParaRPr>
          </a:p>
        </p:txBody>
      </p:sp>
      <p:sp>
        <p:nvSpPr>
          <p:cNvPr id="350" name="Google Shape;350;h452cd0b8d1e4d2a6_0_7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h452cd0b8d1e4d2a6_0_161"/>
          <p:cNvSpPr txBox="1"/>
          <p:nvPr/>
        </p:nvSpPr>
        <p:spPr>
          <a:xfrm>
            <a:off x="86475" y="86500"/>
            <a:ext cx="6320100" cy="55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2"/>
                </a:solidFill>
              </a:rPr>
              <a:t>Safety &amp; Security</a:t>
            </a:r>
            <a:r>
              <a:rPr lang="en-US" sz="3200">
                <a:solidFill>
                  <a:schemeClr val="dk2"/>
                </a:solidFill>
              </a:rPr>
              <a:t> Requirements</a:t>
            </a:r>
            <a:endParaRPr sz="3200">
              <a:solidFill>
                <a:schemeClr val="dk2"/>
              </a:solidFill>
            </a:endParaRPr>
          </a:p>
        </p:txBody>
      </p:sp>
      <p:sp>
        <p:nvSpPr>
          <p:cNvPr id="357" name="Google Shape;357;h452cd0b8d1e4d2a6_0_161"/>
          <p:cNvSpPr/>
          <p:nvPr/>
        </p:nvSpPr>
        <p:spPr>
          <a:xfrm>
            <a:off x="2011450" y="1020713"/>
            <a:ext cx="1966200" cy="1398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t/>
            </a:r>
            <a:endParaRPr sz="1800"/>
          </a:p>
          <a:p>
            <a:pPr indent="0" lvl="0" marL="0" rtl="0" algn="ctr">
              <a:spcBef>
                <a:spcPts val="0"/>
              </a:spcBef>
              <a:spcAft>
                <a:spcPts val="0"/>
              </a:spcAft>
              <a:buNone/>
            </a:pPr>
            <a:r>
              <a:rPr lang="en-US" sz="1800"/>
              <a:t>Electrical Isolation</a:t>
            </a:r>
            <a:endParaRPr sz="1800"/>
          </a:p>
        </p:txBody>
      </p:sp>
      <p:sp>
        <p:nvSpPr>
          <p:cNvPr id="358" name="Google Shape;358;h452cd0b8d1e4d2a6_0_161"/>
          <p:cNvSpPr/>
          <p:nvPr/>
        </p:nvSpPr>
        <p:spPr>
          <a:xfrm>
            <a:off x="5166358" y="1022613"/>
            <a:ext cx="1966200" cy="1398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US" sz="1800"/>
              <a:t>Stability</a:t>
            </a:r>
            <a:endParaRPr sz="1800"/>
          </a:p>
        </p:txBody>
      </p:sp>
      <p:sp>
        <p:nvSpPr>
          <p:cNvPr id="359" name="Google Shape;359;h452cd0b8d1e4d2a6_0_161"/>
          <p:cNvSpPr/>
          <p:nvPr/>
        </p:nvSpPr>
        <p:spPr>
          <a:xfrm>
            <a:off x="5166350" y="2724788"/>
            <a:ext cx="1966200" cy="1398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1800"/>
              <a:t>Safe Power Control</a:t>
            </a:r>
            <a:endParaRPr sz="1800"/>
          </a:p>
        </p:txBody>
      </p:sp>
      <p:sp>
        <p:nvSpPr>
          <p:cNvPr id="360" name="Google Shape;360;h452cd0b8d1e4d2a6_0_161"/>
          <p:cNvSpPr/>
          <p:nvPr/>
        </p:nvSpPr>
        <p:spPr>
          <a:xfrm>
            <a:off x="2011442" y="2722888"/>
            <a:ext cx="1966200" cy="1398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US" sz="1800"/>
              <a:t>Sand Isolation</a:t>
            </a:r>
            <a:endParaRPr sz="1800"/>
          </a:p>
        </p:txBody>
      </p:sp>
      <p:sp>
        <p:nvSpPr>
          <p:cNvPr id="361" name="Google Shape;361;h452cd0b8d1e4d2a6_0_161"/>
          <p:cNvSpPr txBox="1"/>
          <p:nvPr/>
        </p:nvSpPr>
        <p:spPr>
          <a:xfrm>
            <a:off x="2115025" y="1089588"/>
            <a:ext cx="896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2"/>
                </a:solidFill>
              </a:rPr>
              <a:t>SSR</a:t>
            </a:r>
            <a:r>
              <a:rPr b="1" lang="en-US" sz="1000">
                <a:solidFill>
                  <a:schemeClr val="dk2"/>
                </a:solidFill>
              </a:rPr>
              <a:t>-1:</a:t>
            </a:r>
            <a:endParaRPr b="1" sz="1000">
              <a:solidFill>
                <a:schemeClr val="dk2"/>
              </a:solidFill>
            </a:endParaRPr>
          </a:p>
        </p:txBody>
      </p:sp>
      <p:sp>
        <p:nvSpPr>
          <p:cNvPr id="362" name="Google Shape;362;h452cd0b8d1e4d2a6_0_161"/>
          <p:cNvSpPr txBox="1"/>
          <p:nvPr/>
        </p:nvSpPr>
        <p:spPr>
          <a:xfrm>
            <a:off x="5218150" y="1091488"/>
            <a:ext cx="896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2"/>
                </a:solidFill>
              </a:rPr>
              <a:t>SSR</a:t>
            </a:r>
            <a:r>
              <a:rPr b="1" lang="en-US" sz="1000">
                <a:solidFill>
                  <a:schemeClr val="dk2"/>
                </a:solidFill>
              </a:rPr>
              <a:t>-2:</a:t>
            </a:r>
            <a:endParaRPr b="1" sz="1000">
              <a:solidFill>
                <a:schemeClr val="dk2"/>
              </a:solidFill>
            </a:endParaRPr>
          </a:p>
        </p:txBody>
      </p:sp>
      <p:sp>
        <p:nvSpPr>
          <p:cNvPr id="363" name="Google Shape;363;h452cd0b8d1e4d2a6_0_161"/>
          <p:cNvSpPr txBox="1"/>
          <p:nvPr/>
        </p:nvSpPr>
        <p:spPr>
          <a:xfrm>
            <a:off x="2037338" y="2791763"/>
            <a:ext cx="896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2"/>
                </a:solidFill>
              </a:rPr>
              <a:t>SSR</a:t>
            </a:r>
            <a:r>
              <a:rPr b="1" lang="en-US" sz="1000">
                <a:solidFill>
                  <a:schemeClr val="dk2"/>
                </a:solidFill>
              </a:rPr>
              <a:t>-3:</a:t>
            </a:r>
            <a:endParaRPr b="1" sz="1000">
              <a:solidFill>
                <a:schemeClr val="dk2"/>
              </a:solidFill>
            </a:endParaRPr>
          </a:p>
        </p:txBody>
      </p:sp>
      <p:sp>
        <p:nvSpPr>
          <p:cNvPr id="364" name="Google Shape;364;h452cd0b8d1e4d2a6_0_161"/>
          <p:cNvSpPr txBox="1"/>
          <p:nvPr/>
        </p:nvSpPr>
        <p:spPr>
          <a:xfrm>
            <a:off x="5237663" y="2793663"/>
            <a:ext cx="896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2"/>
                </a:solidFill>
              </a:rPr>
              <a:t>SSR</a:t>
            </a:r>
            <a:r>
              <a:rPr b="1" lang="en-US" sz="1000">
                <a:solidFill>
                  <a:schemeClr val="dk2"/>
                </a:solidFill>
              </a:rPr>
              <a:t>-4:</a:t>
            </a:r>
            <a:endParaRPr b="1" sz="1000">
              <a:solidFill>
                <a:schemeClr val="dk2"/>
              </a:solidFill>
            </a:endParaRPr>
          </a:p>
        </p:txBody>
      </p:sp>
      <p:sp>
        <p:nvSpPr>
          <p:cNvPr id="365" name="Google Shape;365;h452cd0b8d1e4d2a6_0_16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h452cd0b8d1e4d2a6_0_174"/>
          <p:cNvSpPr txBox="1"/>
          <p:nvPr/>
        </p:nvSpPr>
        <p:spPr>
          <a:xfrm>
            <a:off x="86475" y="86500"/>
            <a:ext cx="6320100" cy="55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2"/>
                </a:solidFill>
              </a:rPr>
              <a:t>Software Quality</a:t>
            </a:r>
            <a:r>
              <a:rPr lang="en-US" sz="3200">
                <a:solidFill>
                  <a:schemeClr val="dk2"/>
                </a:solidFill>
              </a:rPr>
              <a:t> Attributes</a:t>
            </a:r>
            <a:endParaRPr sz="3200">
              <a:solidFill>
                <a:schemeClr val="dk2"/>
              </a:solidFill>
            </a:endParaRPr>
          </a:p>
        </p:txBody>
      </p:sp>
      <p:sp>
        <p:nvSpPr>
          <p:cNvPr id="372" name="Google Shape;372;h452cd0b8d1e4d2a6_0_174"/>
          <p:cNvSpPr/>
          <p:nvPr/>
        </p:nvSpPr>
        <p:spPr>
          <a:xfrm>
            <a:off x="1063150" y="1018563"/>
            <a:ext cx="1966200" cy="1398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1800"/>
              <a:t>Reliability</a:t>
            </a:r>
            <a:endParaRPr sz="1800"/>
          </a:p>
        </p:txBody>
      </p:sp>
      <p:sp>
        <p:nvSpPr>
          <p:cNvPr id="373" name="Google Shape;373;h452cd0b8d1e4d2a6_0_174"/>
          <p:cNvSpPr/>
          <p:nvPr/>
        </p:nvSpPr>
        <p:spPr>
          <a:xfrm>
            <a:off x="3588908" y="1021900"/>
            <a:ext cx="1966200" cy="1398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sz="1800"/>
              <a:t>Usability</a:t>
            </a:r>
            <a:endParaRPr sz="1800"/>
          </a:p>
        </p:txBody>
      </p:sp>
      <p:sp>
        <p:nvSpPr>
          <p:cNvPr id="374" name="Google Shape;374;h452cd0b8d1e4d2a6_0_174"/>
          <p:cNvSpPr/>
          <p:nvPr/>
        </p:nvSpPr>
        <p:spPr>
          <a:xfrm>
            <a:off x="5166350" y="2724788"/>
            <a:ext cx="1966200" cy="1398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sz="1800"/>
              <a:t>Extensibility</a:t>
            </a:r>
            <a:endParaRPr sz="1800"/>
          </a:p>
        </p:txBody>
      </p:sp>
      <p:sp>
        <p:nvSpPr>
          <p:cNvPr id="375" name="Google Shape;375;h452cd0b8d1e4d2a6_0_174"/>
          <p:cNvSpPr/>
          <p:nvPr/>
        </p:nvSpPr>
        <p:spPr>
          <a:xfrm>
            <a:off x="2011442" y="2722888"/>
            <a:ext cx="1966200" cy="1398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sz="1800"/>
              <a:t>Modularity</a:t>
            </a:r>
            <a:endParaRPr sz="1800"/>
          </a:p>
        </p:txBody>
      </p:sp>
      <p:sp>
        <p:nvSpPr>
          <p:cNvPr id="376" name="Google Shape;376;h452cd0b8d1e4d2a6_0_174"/>
          <p:cNvSpPr txBox="1"/>
          <p:nvPr/>
        </p:nvSpPr>
        <p:spPr>
          <a:xfrm>
            <a:off x="1166725" y="1087438"/>
            <a:ext cx="896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2"/>
                </a:solidFill>
              </a:rPr>
              <a:t>SQA</a:t>
            </a:r>
            <a:r>
              <a:rPr b="1" lang="en-US" sz="1000">
                <a:solidFill>
                  <a:schemeClr val="dk2"/>
                </a:solidFill>
              </a:rPr>
              <a:t>-1:</a:t>
            </a:r>
            <a:endParaRPr b="1" sz="1000">
              <a:solidFill>
                <a:schemeClr val="dk2"/>
              </a:solidFill>
            </a:endParaRPr>
          </a:p>
        </p:txBody>
      </p:sp>
      <p:sp>
        <p:nvSpPr>
          <p:cNvPr id="377" name="Google Shape;377;h452cd0b8d1e4d2a6_0_174"/>
          <p:cNvSpPr txBox="1"/>
          <p:nvPr/>
        </p:nvSpPr>
        <p:spPr>
          <a:xfrm>
            <a:off x="3640700" y="1090775"/>
            <a:ext cx="896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2"/>
                </a:solidFill>
              </a:rPr>
              <a:t>SQA</a:t>
            </a:r>
            <a:r>
              <a:rPr b="1" lang="en-US" sz="1000">
                <a:solidFill>
                  <a:schemeClr val="dk2"/>
                </a:solidFill>
              </a:rPr>
              <a:t>-2:</a:t>
            </a:r>
            <a:endParaRPr b="1" sz="1000">
              <a:solidFill>
                <a:schemeClr val="dk2"/>
              </a:solidFill>
            </a:endParaRPr>
          </a:p>
        </p:txBody>
      </p:sp>
      <p:sp>
        <p:nvSpPr>
          <p:cNvPr id="378" name="Google Shape;378;h452cd0b8d1e4d2a6_0_174"/>
          <p:cNvSpPr txBox="1"/>
          <p:nvPr/>
        </p:nvSpPr>
        <p:spPr>
          <a:xfrm>
            <a:off x="2037338" y="2791763"/>
            <a:ext cx="896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2"/>
                </a:solidFill>
              </a:rPr>
              <a:t>SQA</a:t>
            </a:r>
            <a:r>
              <a:rPr b="1" lang="en-US" sz="1000">
                <a:solidFill>
                  <a:schemeClr val="dk2"/>
                </a:solidFill>
              </a:rPr>
              <a:t>-4:</a:t>
            </a:r>
            <a:endParaRPr b="1" sz="1000">
              <a:solidFill>
                <a:schemeClr val="dk2"/>
              </a:solidFill>
            </a:endParaRPr>
          </a:p>
        </p:txBody>
      </p:sp>
      <p:sp>
        <p:nvSpPr>
          <p:cNvPr id="379" name="Google Shape;379;h452cd0b8d1e4d2a6_0_174"/>
          <p:cNvSpPr txBox="1"/>
          <p:nvPr/>
        </p:nvSpPr>
        <p:spPr>
          <a:xfrm>
            <a:off x="5237663" y="2793663"/>
            <a:ext cx="896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2"/>
                </a:solidFill>
              </a:rPr>
              <a:t>SQA</a:t>
            </a:r>
            <a:r>
              <a:rPr b="1" lang="en-US" sz="1000">
                <a:solidFill>
                  <a:schemeClr val="dk2"/>
                </a:solidFill>
              </a:rPr>
              <a:t>-5:</a:t>
            </a:r>
            <a:endParaRPr b="1" sz="1000">
              <a:solidFill>
                <a:schemeClr val="dk2"/>
              </a:solidFill>
            </a:endParaRPr>
          </a:p>
        </p:txBody>
      </p:sp>
      <p:sp>
        <p:nvSpPr>
          <p:cNvPr id="380" name="Google Shape;380;h452cd0b8d1e4d2a6_0_174"/>
          <p:cNvSpPr/>
          <p:nvPr/>
        </p:nvSpPr>
        <p:spPr>
          <a:xfrm>
            <a:off x="6114650" y="1020000"/>
            <a:ext cx="1966200" cy="1398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sz="1800"/>
              <a:t>Maintainability</a:t>
            </a:r>
            <a:endParaRPr sz="1800"/>
          </a:p>
        </p:txBody>
      </p:sp>
      <p:sp>
        <p:nvSpPr>
          <p:cNvPr id="381" name="Google Shape;381;h452cd0b8d1e4d2a6_0_174"/>
          <p:cNvSpPr txBox="1"/>
          <p:nvPr/>
        </p:nvSpPr>
        <p:spPr>
          <a:xfrm>
            <a:off x="6185963" y="1088875"/>
            <a:ext cx="896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2"/>
                </a:solidFill>
              </a:rPr>
              <a:t>SQA</a:t>
            </a:r>
            <a:r>
              <a:rPr b="1" lang="en-US" sz="1000">
                <a:solidFill>
                  <a:schemeClr val="dk2"/>
                </a:solidFill>
              </a:rPr>
              <a:t>-3:</a:t>
            </a:r>
            <a:endParaRPr b="1" sz="1000">
              <a:solidFill>
                <a:schemeClr val="dk2"/>
              </a:solidFill>
            </a:endParaRPr>
          </a:p>
        </p:txBody>
      </p:sp>
      <p:sp>
        <p:nvSpPr>
          <p:cNvPr id="382" name="Google Shape;382;h452cd0b8d1e4d2a6_0_17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h452cd0b8d1e4d2a6_0_189"/>
          <p:cNvSpPr txBox="1"/>
          <p:nvPr/>
        </p:nvSpPr>
        <p:spPr>
          <a:xfrm>
            <a:off x="86475" y="86500"/>
            <a:ext cx="6320100" cy="55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2"/>
                </a:solidFill>
              </a:rPr>
              <a:t>Business Rule</a:t>
            </a:r>
            <a:r>
              <a:rPr lang="en-US" sz="3200">
                <a:solidFill>
                  <a:schemeClr val="dk2"/>
                </a:solidFill>
              </a:rPr>
              <a:t> List</a:t>
            </a:r>
            <a:endParaRPr sz="3200">
              <a:solidFill>
                <a:schemeClr val="dk2"/>
              </a:solidFill>
            </a:endParaRPr>
          </a:p>
        </p:txBody>
      </p:sp>
      <p:sp>
        <p:nvSpPr>
          <p:cNvPr id="389" name="Google Shape;389;h452cd0b8d1e4d2a6_0_189"/>
          <p:cNvSpPr/>
          <p:nvPr/>
        </p:nvSpPr>
        <p:spPr>
          <a:xfrm>
            <a:off x="1063150" y="1871075"/>
            <a:ext cx="1966200" cy="1398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US" sz="1800"/>
              <a:t>Student </a:t>
            </a:r>
            <a:r>
              <a:rPr lang="en-US" sz="1800"/>
              <a:t>Restrictions</a:t>
            </a:r>
            <a:endParaRPr sz="1800"/>
          </a:p>
        </p:txBody>
      </p:sp>
      <p:sp>
        <p:nvSpPr>
          <p:cNvPr id="390" name="Google Shape;390;h452cd0b8d1e4d2a6_0_189"/>
          <p:cNvSpPr/>
          <p:nvPr/>
        </p:nvSpPr>
        <p:spPr>
          <a:xfrm>
            <a:off x="3588908" y="1874413"/>
            <a:ext cx="1966200" cy="1398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US" sz="1800"/>
              <a:t>Education</a:t>
            </a:r>
            <a:r>
              <a:rPr lang="en-US" sz="1200">
                <a:solidFill>
                  <a:schemeClr val="dk1"/>
                </a:solidFill>
              </a:rPr>
              <a:t> </a:t>
            </a:r>
            <a:r>
              <a:rPr lang="en-US" sz="1800"/>
              <a:t>Control</a:t>
            </a:r>
            <a:endParaRPr sz="1200"/>
          </a:p>
        </p:txBody>
      </p:sp>
      <p:sp>
        <p:nvSpPr>
          <p:cNvPr id="391" name="Google Shape;391;h452cd0b8d1e4d2a6_0_189"/>
          <p:cNvSpPr txBox="1"/>
          <p:nvPr/>
        </p:nvSpPr>
        <p:spPr>
          <a:xfrm>
            <a:off x="1166725" y="1939950"/>
            <a:ext cx="896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2"/>
                </a:solidFill>
              </a:rPr>
              <a:t>BR</a:t>
            </a:r>
            <a:r>
              <a:rPr b="1" lang="en-US" sz="1000">
                <a:solidFill>
                  <a:schemeClr val="dk2"/>
                </a:solidFill>
              </a:rPr>
              <a:t>-1:</a:t>
            </a:r>
            <a:endParaRPr b="1" sz="1000">
              <a:solidFill>
                <a:schemeClr val="dk2"/>
              </a:solidFill>
            </a:endParaRPr>
          </a:p>
        </p:txBody>
      </p:sp>
      <p:sp>
        <p:nvSpPr>
          <p:cNvPr id="392" name="Google Shape;392;h452cd0b8d1e4d2a6_0_189"/>
          <p:cNvSpPr txBox="1"/>
          <p:nvPr/>
        </p:nvSpPr>
        <p:spPr>
          <a:xfrm>
            <a:off x="3640700" y="1943288"/>
            <a:ext cx="896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2"/>
                </a:solidFill>
              </a:rPr>
              <a:t>BR</a:t>
            </a:r>
            <a:r>
              <a:rPr b="1" lang="en-US" sz="1000">
                <a:solidFill>
                  <a:schemeClr val="dk2"/>
                </a:solidFill>
              </a:rPr>
              <a:t>-2:</a:t>
            </a:r>
            <a:endParaRPr b="1" sz="1000">
              <a:solidFill>
                <a:schemeClr val="dk2"/>
              </a:solidFill>
            </a:endParaRPr>
          </a:p>
        </p:txBody>
      </p:sp>
      <p:sp>
        <p:nvSpPr>
          <p:cNvPr id="393" name="Google Shape;393;h452cd0b8d1e4d2a6_0_189"/>
          <p:cNvSpPr/>
          <p:nvPr/>
        </p:nvSpPr>
        <p:spPr>
          <a:xfrm>
            <a:off x="6114650" y="1872513"/>
            <a:ext cx="1966200" cy="13980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t/>
            </a:r>
            <a:endParaRPr sz="1800"/>
          </a:p>
          <a:p>
            <a:pPr indent="0" lvl="0" marL="0" marR="0" rtl="0" algn="ctr">
              <a:lnSpc>
                <a:spcPct val="100000"/>
              </a:lnSpc>
              <a:spcBef>
                <a:spcPts val="0"/>
              </a:spcBef>
              <a:spcAft>
                <a:spcPts val="0"/>
              </a:spcAft>
              <a:buNone/>
            </a:pPr>
            <a:r>
              <a:rPr lang="en-US" sz="1800"/>
              <a:t>Authorized Maintenance</a:t>
            </a:r>
            <a:endParaRPr sz="1800"/>
          </a:p>
        </p:txBody>
      </p:sp>
      <p:sp>
        <p:nvSpPr>
          <p:cNvPr id="394" name="Google Shape;394;h452cd0b8d1e4d2a6_0_189"/>
          <p:cNvSpPr txBox="1"/>
          <p:nvPr/>
        </p:nvSpPr>
        <p:spPr>
          <a:xfrm>
            <a:off x="6185963" y="1941388"/>
            <a:ext cx="8967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2"/>
                </a:solidFill>
              </a:rPr>
              <a:t>BR</a:t>
            </a:r>
            <a:r>
              <a:rPr b="1" lang="en-US" sz="1000">
                <a:solidFill>
                  <a:schemeClr val="dk2"/>
                </a:solidFill>
              </a:rPr>
              <a:t>-3:</a:t>
            </a:r>
            <a:endParaRPr b="1" sz="1000">
              <a:solidFill>
                <a:schemeClr val="dk2"/>
              </a:solidFill>
            </a:endParaRPr>
          </a:p>
        </p:txBody>
      </p:sp>
      <p:sp>
        <p:nvSpPr>
          <p:cNvPr id="395" name="Google Shape;395;h452cd0b8d1e4d2a6_0_18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h2bbe9d0b7c574b56_2_33"/>
          <p:cNvSpPr txBox="1"/>
          <p:nvPr>
            <p:ph type="title"/>
          </p:nvPr>
        </p:nvSpPr>
        <p:spPr>
          <a:xfrm>
            <a:off x="457200" y="205979"/>
            <a:ext cx="82296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References</a:t>
            </a:r>
            <a:endParaRPr/>
          </a:p>
        </p:txBody>
      </p:sp>
      <p:sp>
        <p:nvSpPr>
          <p:cNvPr id="402" name="Google Shape;402;h2bbe9d0b7c574b56_2_33"/>
          <p:cNvSpPr txBox="1"/>
          <p:nvPr>
            <p:ph idx="1" type="body"/>
          </p:nvPr>
        </p:nvSpPr>
        <p:spPr>
          <a:xfrm>
            <a:off x="457200" y="1200151"/>
            <a:ext cx="8229600" cy="3394500"/>
          </a:xfrm>
          <a:prstGeom prst="rect">
            <a:avLst/>
          </a:prstGeom>
        </p:spPr>
        <p:txBody>
          <a:bodyPr anchorCtr="0" anchor="t" bIns="45700" lIns="91425" spcFirstLastPara="1" rIns="91425" wrap="square" tIns="45700">
            <a:normAutofit/>
          </a:bodyPr>
          <a:lstStyle/>
          <a:p>
            <a:pPr indent="0" lvl="0" marL="0" rtl="0" algn="l">
              <a:spcBef>
                <a:spcPts val="1200"/>
              </a:spcBef>
              <a:spcAft>
                <a:spcPts val="0"/>
              </a:spcAft>
              <a:buClr>
                <a:schemeClr val="dk1"/>
              </a:buClr>
              <a:buSzPts val="1100"/>
              <a:buFont typeface="Arial"/>
              <a:buNone/>
            </a:pPr>
            <a:r>
              <a:rPr lang="en-US" sz="2200">
                <a:solidFill>
                  <a:schemeClr val="dk1"/>
                </a:solidFill>
              </a:rPr>
              <a:t>[1] K. J. V. Matias, C. A. Villanoza, R. T. Estabillo, and M. W. Lattao, "Mapping the Intellectual Landscape of Inclusive Education for Neurodivergent Learners," </a:t>
            </a:r>
            <a:r>
              <a:rPr i="1" lang="en-US" sz="2200">
                <a:solidFill>
                  <a:schemeClr val="dk1"/>
                </a:solidFill>
              </a:rPr>
              <a:t>Journal of Learning and Development Studies</a:t>
            </a:r>
            <a:r>
              <a:rPr lang="en-US" sz="2200">
                <a:solidFill>
                  <a:schemeClr val="dk1"/>
                </a:solidFill>
              </a:rPr>
              <a:t>, vol. 6, no. 6, pp. 8-20, Apr. 2026.</a:t>
            </a:r>
            <a:endParaRPr sz="2200">
              <a:solidFill>
                <a:schemeClr val="dk1"/>
              </a:solidFill>
            </a:endParaRPr>
          </a:p>
          <a:p>
            <a:pPr indent="0" lvl="0" marL="0" rtl="0" algn="l">
              <a:spcBef>
                <a:spcPts val="1200"/>
              </a:spcBef>
              <a:spcAft>
                <a:spcPts val="1200"/>
              </a:spcAft>
              <a:buClr>
                <a:schemeClr val="dk1"/>
              </a:buClr>
              <a:buSzPts val="1100"/>
              <a:buFont typeface="Arial"/>
              <a:buNone/>
            </a:pPr>
            <a:r>
              <a:rPr lang="en-US" sz="2200">
                <a:solidFill>
                  <a:schemeClr val="dk1"/>
                </a:solidFill>
              </a:rPr>
              <a:t>[2] S. Tancredi, "Sensory-adaptive embodied design: Integrating movement for sensory regulation and conceptual learning,"  </a:t>
            </a:r>
            <a:r>
              <a:rPr i="1" lang="en-US" sz="2200">
                <a:solidFill>
                  <a:schemeClr val="dk1"/>
                </a:solidFill>
              </a:rPr>
              <a:t>Multimodality &amp; Society</a:t>
            </a:r>
            <a:r>
              <a:rPr lang="en-US" sz="2200">
                <a:solidFill>
                  <a:schemeClr val="dk1"/>
                </a:solidFill>
              </a:rPr>
              <a:t>, University of Wisconsin–Madison, 2026.</a:t>
            </a:r>
            <a:endParaRPr sz="4000"/>
          </a:p>
        </p:txBody>
      </p:sp>
      <p:sp>
        <p:nvSpPr>
          <p:cNvPr id="403" name="Google Shape;403;h2bbe9d0b7c574b56_2_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g3d333d6da52_0_4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410" name="Google Shape;410;g3d333d6da52_0_42"/>
          <p:cNvSpPr txBox="1"/>
          <p:nvPr/>
        </p:nvSpPr>
        <p:spPr>
          <a:xfrm>
            <a:off x="443625" y="470125"/>
            <a:ext cx="2673900" cy="80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2"/>
                </a:solidFill>
                <a:latin typeface="Arial"/>
                <a:ea typeface="Arial"/>
                <a:cs typeface="Arial"/>
                <a:sym typeface="Arial"/>
              </a:rPr>
              <a:t>GIT REPO</a:t>
            </a:r>
            <a:endParaRPr b="0" i="0" sz="3200" u="none" cap="none" strike="noStrike">
              <a:solidFill>
                <a:schemeClr val="dk2"/>
              </a:solidFill>
              <a:latin typeface="Arial"/>
              <a:ea typeface="Arial"/>
              <a:cs typeface="Arial"/>
              <a:sym typeface="Arial"/>
            </a:endParaRPr>
          </a:p>
        </p:txBody>
      </p:sp>
      <p:pic>
        <p:nvPicPr>
          <p:cNvPr id="411" name="Google Shape;411;g3d333d6da52_0_42" title="website_qr.png"/>
          <p:cNvPicPr preferRelativeResize="0"/>
          <p:nvPr/>
        </p:nvPicPr>
        <p:blipFill rotWithShape="1">
          <a:blip r:embed="rId3">
            <a:alphaModFix/>
          </a:blip>
          <a:srcRect b="0" l="0" r="0" t="0"/>
          <a:stretch/>
        </p:blipFill>
        <p:spPr>
          <a:xfrm>
            <a:off x="4038600" y="470125"/>
            <a:ext cx="3752850" cy="3752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VUBrand">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2011-05-31T15:02:54Z</dcterms:created>
  <dc:creator>Chris Schwer</dc:creator>
</cp:coreProperties>
</file>